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41" r:id="rId2"/>
  </p:sldMasterIdLst>
  <p:notesMasterIdLst>
    <p:notesMasterId r:id="rId17"/>
  </p:notesMasterIdLst>
  <p:handoutMasterIdLst>
    <p:handoutMasterId r:id="rId18"/>
  </p:handoutMasterIdLst>
  <p:sldIdLst>
    <p:sldId id="256" r:id="rId9"/>
    <p:sldId id="257" r:id="rId10"/>
    <p:sldId id="258" r:id="rId11"/>
    <p:sldId id="259" r:id="rId12"/>
    <p:sldId id="260" r:id="rId13"/>
    <p:sldId id="261" r:id="rId14"/>
    <p:sldId id="262" r:id="rId15"/>
    <p:sldId id="263" r:id="rId16"/>
    <p:sldId id="264" r:id="rId8"/>
    <p:sldId id="265" r:id="rId7"/>
    <p:sldId id="266" r:id="rId6"/>
    <p:sldId id="267" r:id="rId5"/>
    <p:sldId id="268" r:id="rId4"/>
    <p:sldId id="269" r:id="rId3"/>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ayoutvorgaben" id="{DD2DFCEF-2E9A-4480-B679-985C63BC599A}">
          <p14:sldIdLst>
            <p14:sldId id="288"/>
            <p14:sldId id="258"/>
            <p14:sldId id="294"/>
            <p14:sldId id="283"/>
          </p14:sldIdLst>
        </p14:section>
        <p14:section name="Titelfolien Beispiele" id="{47A4B4CB-9BBE-4F9F-864A-8CEBC3A5A2DC}">
          <p14:sldIdLst>
            <p14:sldId id="256"/>
            <p14:sldId id="284"/>
            <p14:sldId id="285"/>
            <p14:sldId id="286"/>
          </p14:sldIdLst>
        </p14:section>
        <p14:section name="Inhaltsfolien Beispiele" id="{812B3FE3-D71B-4EA9-B64B-DF3D6F727DCF}">
          <p14:sldIdLst>
            <p14:sldId id="287"/>
            <p14:sldId id="289"/>
            <p14:sldId id="290"/>
          </p14:sldIdLst>
        </p14:section>
        <p14:section name="Abschnittsbeginn Beispiele" id="{7C66181E-F771-4793-99ED-2CCF400E0BFF}">
          <p14:sldIdLst>
            <p14:sldId id="291"/>
            <p14:sldId id="292"/>
            <p14:sldId id="293"/>
          </p14:sldIdLst>
        </p14:section>
      </p14:sectionLst>
    </p:ex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8C"/>
    <a:srgbClr val="2F57B2"/>
    <a:srgbClr val="323F4B"/>
    <a:srgbClr val="FFFFFF"/>
    <a:srgbClr val="000000"/>
    <a:srgbClr val="00005A"/>
    <a:srgbClr val="97C6FF"/>
    <a:srgbClr val="C8C8FF"/>
    <a:srgbClr val="FFB9FF"/>
    <a:srgbClr val="FFAA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5137" autoAdjust="0"/>
  </p:normalViewPr>
  <p:slideViewPr>
    <p:cSldViewPr snapToGrid="0" showGuides="1">
      <p:cViewPr varScale="1">
        <p:scale>
          <a:sx n="159" d="100"/>
          <a:sy n="159" d="100"/>
        </p:scale>
        <p:origin x="150" y="252"/>
      </p:cViewPr>
      <p:guideLst>
        <p:guide orient="horz" pos="2160"/>
        <p:guide pos="3840"/>
      </p:guideLst>
    </p:cSldViewPr>
  </p:slideViewPr>
  <p:outlineViewPr>
    <p:cViewPr>
      <p:scale>
        <a:sx n="33" d="100"/>
        <a:sy n="33" d="100"/>
      </p:scale>
      <p:origin x="0" y="-18403"/>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4.xml"/><Relationship Id="rId4" Type="http://schemas.openxmlformats.org/officeDocument/2006/relationships/slide" Target="slides/slide13.xml"/><Relationship Id="rId5" Type="http://schemas.openxmlformats.org/officeDocument/2006/relationships/slide" Target="slides/slide12.xml"/><Relationship Id="rId6" Type="http://schemas.openxmlformats.org/officeDocument/2006/relationships/slide" Target="slides/slide11.xml"/><Relationship Id="rId7" Type="http://schemas.openxmlformats.org/officeDocument/2006/relationships/slide" Target="slides/slide10.xml"/><Relationship Id="rId8" Type="http://schemas.openxmlformats.org/officeDocument/2006/relationships/slide" Target="slides/slide9.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0">
                <a:solidFill>
                  <a:srgbClr val="1E1E28"/>
                </a:solidFill>
              </a:rPr>
              <a:t>Beispiel: Bestellpunktverfahren</a:t>
            </a:r>
          </a:p>
        </c:rich>
      </c:tx>
      <c:layout/>
      <c:overlay val="0"/>
    </c:title>
    <c:autoTitleDeleted val="0"/>
    <c:plotArea>
      <c:lineChart>
        <c:grouping val="standard"/>
        <c:varyColors val="0"/>
        <c:ser>
          <c:idx val="0"/>
          <c:order val="0"/>
          <c:tx>
            <c:strRef>
              <c:f>Sheet1!$B$1</c:f>
              <c:strCache>
                <c:ptCount val="1"/>
                <c:pt idx="0">
                  <c:v>Bestand</c:v>
                </c:pt>
              </c:strCache>
            </c:strRef>
          </c:tx>
          <c:spPr>
            <a:ln w="25400">
              <a:solidFill>
                <a:srgbClr val="00008C"/>
              </a:solidFill>
            </a:ln>
          </c:spPr>
          <c:marker>
            <c:symbol val="none"/>
          </c:marker>
          <c:cat>
            <c:strRef>
              <c:f>Sheet1!$A$2:$A$32</c:f>
              <c:strCach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strCache>
            </c:strRef>
          </c:cat>
          <c:val>
            <c:numRef>
              <c:f>Sheet1!$B$2:$B$32</c:f>
              <c:numCache>
                <c:formatCode>General</c:formatCode>
                <c:ptCount val="31"/>
                <c:pt idx="0">
                  <c:v>100</c:v>
                </c:pt>
                <c:pt idx="1">
                  <c:v>92</c:v>
                </c:pt>
                <c:pt idx="2">
                  <c:v>84</c:v>
                </c:pt>
                <c:pt idx="3">
                  <c:v>76</c:v>
                </c:pt>
                <c:pt idx="4">
                  <c:v>68</c:v>
                </c:pt>
                <c:pt idx="5">
                  <c:v>60</c:v>
                </c:pt>
                <c:pt idx="6">
                  <c:v>52</c:v>
                </c:pt>
                <c:pt idx="7">
                  <c:v>44</c:v>
                </c:pt>
                <c:pt idx="8">
                  <c:v>36</c:v>
                </c:pt>
                <c:pt idx="9">
                  <c:v>28</c:v>
                </c:pt>
                <c:pt idx="10">
                  <c:v>20</c:v>
                </c:pt>
                <c:pt idx="11">
                  <c:v>92</c:v>
                </c:pt>
                <c:pt idx="12">
                  <c:v>84</c:v>
                </c:pt>
                <c:pt idx="13">
                  <c:v>76</c:v>
                </c:pt>
                <c:pt idx="14">
                  <c:v>68</c:v>
                </c:pt>
                <c:pt idx="15">
                  <c:v>60</c:v>
                </c:pt>
                <c:pt idx="16">
                  <c:v>52</c:v>
                </c:pt>
                <c:pt idx="17">
                  <c:v>44</c:v>
                </c:pt>
                <c:pt idx="18">
                  <c:v>36</c:v>
                </c:pt>
                <c:pt idx="19">
                  <c:v>28</c:v>
                </c:pt>
                <c:pt idx="20">
                  <c:v>20</c:v>
                </c:pt>
                <c:pt idx="21">
                  <c:v>92</c:v>
                </c:pt>
                <c:pt idx="22">
                  <c:v>84</c:v>
                </c:pt>
                <c:pt idx="23">
                  <c:v>76</c:v>
                </c:pt>
                <c:pt idx="24">
                  <c:v>68</c:v>
                </c:pt>
                <c:pt idx="25">
                  <c:v>60</c:v>
                </c:pt>
                <c:pt idx="26">
                  <c:v>52</c:v>
                </c:pt>
                <c:pt idx="27">
                  <c:v>44</c:v>
                </c:pt>
                <c:pt idx="28">
                  <c:v>36</c:v>
                </c:pt>
                <c:pt idx="29">
                  <c:v>28</c:v>
                </c:pt>
                <c:pt idx="30">
                  <c:v>20</c:v>
                </c:pt>
              </c:numCache>
            </c:numRef>
          </c:val>
          <c:smooth val="0"/>
        </c:ser>
        <c:ser>
          <c:idx val="1"/>
          <c:order val="1"/>
          <c:tx>
            <c:strRef>
              <c:f>Sheet1!$C$1</c:f>
              <c:strCache>
                <c:ptCount val="1"/>
                <c:pt idx="0">
                  <c:v>Meldebestand</c:v>
                </c:pt>
              </c:strCache>
            </c:strRef>
          </c:tx>
          <c:spPr>
            <a:ln w="25400">
              <a:solidFill>
                <a:srgbClr val="C85000"/>
              </a:solidFill>
              <a:prstDash val="dash"/>
            </a:ln>
          </c:spPr>
          <c:marker>
            <c:symbol val="none"/>
          </c:marker>
          <c:cat>
            <c:strRef>
              <c:f>Sheet1!$A$2:$A$32</c:f>
              <c:strCach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strCache>
            </c:strRef>
          </c:cat>
          <c:val>
            <c:numRef>
              <c:f>Sheet1!$C$2:$C$32</c:f>
              <c:numCache>
                <c:formatCode>General</c:formatCode>
                <c:ptCount val="31"/>
                <c:pt idx="0">
                  <c:v>40</c:v>
                </c:pt>
                <c:pt idx="1">
                  <c:v>40</c:v>
                </c:pt>
                <c:pt idx="2">
                  <c:v>40</c:v>
                </c:pt>
                <c:pt idx="3">
                  <c:v>40</c:v>
                </c:pt>
                <c:pt idx="4">
                  <c:v>40</c:v>
                </c:pt>
                <c:pt idx="5">
                  <c:v>40</c:v>
                </c:pt>
                <c:pt idx="6">
                  <c:v>40</c:v>
                </c:pt>
                <c:pt idx="7">
                  <c:v>40</c:v>
                </c:pt>
                <c:pt idx="8">
                  <c:v>40</c:v>
                </c:pt>
                <c:pt idx="9">
                  <c:v>40</c:v>
                </c:pt>
                <c:pt idx="10">
                  <c:v>40</c:v>
                </c:pt>
                <c:pt idx="11">
                  <c:v>40</c:v>
                </c:pt>
                <c:pt idx="12">
                  <c:v>40</c:v>
                </c:pt>
                <c:pt idx="13">
                  <c:v>40</c:v>
                </c:pt>
                <c:pt idx="14">
                  <c:v>40</c:v>
                </c:pt>
                <c:pt idx="15">
                  <c:v>40</c:v>
                </c:pt>
                <c:pt idx="16">
                  <c:v>40</c:v>
                </c:pt>
                <c:pt idx="17">
                  <c:v>40</c:v>
                </c:pt>
                <c:pt idx="18">
                  <c:v>40</c:v>
                </c:pt>
                <c:pt idx="19">
                  <c:v>40</c:v>
                </c:pt>
                <c:pt idx="20">
                  <c:v>40</c:v>
                </c:pt>
                <c:pt idx="21">
                  <c:v>40</c:v>
                </c:pt>
                <c:pt idx="22">
                  <c:v>40</c:v>
                </c:pt>
                <c:pt idx="23">
                  <c:v>40</c:v>
                </c:pt>
                <c:pt idx="24">
                  <c:v>40</c:v>
                </c:pt>
                <c:pt idx="25">
                  <c:v>40</c:v>
                </c:pt>
                <c:pt idx="26">
                  <c:v>40</c:v>
                </c:pt>
                <c:pt idx="27">
                  <c:v>40</c:v>
                </c:pt>
                <c:pt idx="28">
                  <c:v>40</c:v>
                </c:pt>
                <c:pt idx="29">
                  <c:v>40</c:v>
                </c:pt>
                <c:pt idx="30">
                  <c:v>40</c:v>
                </c:pt>
              </c:numCache>
            </c:numRef>
          </c:val>
          <c:smooth val="0"/>
        </c:ser>
        <c:ser>
          <c:idx val="2"/>
          <c:order val="2"/>
          <c:tx>
            <c:strRef>
              <c:f>Sheet1!$D$1</c:f>
              <c:strCache>
                <c:ptCount val="1"/>
                <c:pt idx="0">
                  <c:v>Sicherheitsbestand</c:v>
                </c:pt>
              </c:strCache>
            </c:strRef>
          </c:tx>
          <c:spPr>
            <a:ln w="25400">
              <a:solidFill>
                <a:srgbClr val="7369BE"/>
              </a:solidFill>
              <a:prstDash val="sysDash"/>
            </a:ln>
          </c:spPr>
          <c:marker>
            <c:symbol val="none"/>
          </c:marker>
          <c:cat>
            <c:strRef>
              <c:f>Sheet1!$A$2:$A$32</c:f>
              <c:strCach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strCache>
            </c:strRef>
          </c:cat>
          <c:val>
            <c:numRef>
              <c:f>Sheet1!$D$2:$D$32</c:f>
              <c:numCache>
                <c:formatCode>General</c:formatCode>
                <c:ptCount val="31"/>
                <c:pt idx="0">
                  <c:v>16</c:v>
                </c:pt>
                <c:pt idx="1">
                  <c:v>16</c:v>
                </c:pt>
                <c:pt idx="2">
                  <c:v>16</c:v>
                </c:pt>
                <c:pt idx="3">
                  <c:v>16</c:v>
                </c:pt>
                <c:pt idx="4">
                  <c:v>16</c:v>
                </c:pt>
                <c:pt idx="5">
                  <c:v>16</c:v>
                </c:pt>
                <c:pt idx="6">
                  <c:v>16</c:v>
                </c:pt>
                <c:pt idx="7">
                  <c:v>16</c:v>
                </c:pt>
                <c:pt idx="8">
                  <c:v>16</c:v>
                </c:pt>
                <c:pt idx="9">
                  <c:v>16</c:v>
                </c:pt>
                <c:pt idx="10">
                  <c:v>16</c:v>
                </c:pt>
                <c:pt idx="11">
                  <c:v>16</c:v>
                </c:pt>
                <c:pt idx="12">
                  <c:v>16</c:v>
                </c:pt>
                <c:pt idx="13">
                  <c:v>16</c:v>
                </c:pt>
                <c:pt idx="14">
                  <c:v>16</c:v>
                </c:pt>
                <c:pt idx="15">
                  <c:v>16</c:v>
                </c:pt>
                <c:pt idx="16">
                  <c:v>16</c:v>
                </c:pt>
                <c:pt idx="17">
                  <c:v>16</c:v>
                </c:pt>
                <c:pt idx="18">
                  <c:v>16</c:v>
                </c:pt>
                <c:pt idx="19">
                  <c:v>16</c:v>
                </c:pt>
                <c:pt idx="20">
                  <c:v>16</c:v>
                </c:pt>
                <c:pt idx="21">
                  <c:v>16</c:v>
                </c:pt>
                <c:pt idx="22">
                  <c:v>16</c:v>
                </c:pt>
                <c:pt idx="23">
                  <c:v>16</c:v>
                </c:pt>
                <c:pt idx="24">
                  <c:v>16</c:v>
                </c:pt>
                <c:pt idx="25">
                  <c:v>16</c:v>
                </c:pt>
                <c:pt idx="26">
                  <c:v>16</c:v>
                </c:pt>
                <c:pt idx="27">
                  <c:v>16</c:v>
                </c:pt>
                <c:pt idx="28">
                  <c:v>16</c:v>
                </c:pt>
                <c:pt idx="29">
                  <c:v>16</c:v>
                </c:pt>
                <c:pt idx="30">
                  <c:v>16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tickLblSkip val="5"/>
        <c:tickMarkSkip val="5"/>
      </c:catAx>
      <c:valAx>
        <c:axId val="2140495176"/>
        <c:scaling>
          <c:max val="120.0"/>
          <c:min val="0.0"/>
        </c:scaling>
        <c:delete val="0"/>
        <c:axPos val="l"/>
        <c:majorGridlines>
          <c:spPr>
            <a:ln>
              <a:solidFill>
                <a:srgbClr val="E4E4EC"/>
              </a:solidFill>
            </a:ln>
          </c:spPr>
        </c:majorGridlines>
        <c:majorTickMark val="out"/>
        <c:minorTickMark val="none"/>
        <c:tickLblPos val="nextTo"/>
        <c:txPr>
          <a:bodyPr/>
          <a:lstStyle/>
          <a:p>
            <a:pPr>
              <a:defRPr sz="1100"/>
            </a:pPr>
          </a:p>
        </c:txPr>
        <c:crossAx val="2118791784"/>
        <c:crosses val="autoZero"/>
        <c:majorUnit val="20.0"/>
      </c:valAx>
    </c:plotArea>
    <c:legend>
      <c:legendPos val="b"/>
      <c:layout/>
      <c:overlay val="0"/>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0">
                <a:solidFill>
                  <a:srgbClr val="1E1E28"/>
                </a:solidFill>
              </a:rPr>
              <a:t>Montage: Bedarf pro Woche (Angebot: 40 h)</a:t>
            </a:r>
          </a:p>
        </c:rich>
      </c:tx>
      <c:layout/>
      <c:overlay val="0"/>
    </c:title>
    <c:autoTitleDeleted val="0"/>
    <c:plotArea>
      <c:barChart>
        <c:barDir val="col"/>
        <c:grouping val="clustered"/>
        <c:ser>
          <c:idx val="0"/>
          <c:order val="0"/>
          <c:tx>
            <c:strRef>
              <c:f>Sheet1!$B$1</c:f>
              <c:strCache>
                <c:ptCount val="1"/>
                <c:pt idx="0">
                  <c:v>Bedarf (Stunden)</c:v>
                </c:pt>
              </c:strCache>
            </c:strRef>
          </c:tx>
          <c:spPr>
            <a:solidFill>
              <a:srgbClr val="00008C"/>
            </a:solidFill>
          </c:spPr>
          <c:dPt>
            <c:idx val="2"/>
            <c:spPr>
              <a:solidFill>
                <a:srgbClr val="C85000"/>
              </a:solidFill>
            </c:spPr>
          </c:dPt>
          <c:dPt>
            <c:idx val="3"/>
            <c:spPr>
              <a:solidFill>
                <a:srgbClr val="C85000"/>
              </a:solidFill>
            </c:spPr>
          </c:dPt>
          <c:cat>
            <c:strRef>
              <c:f>Sheet1!$A$2:$A$7</c:f>
              <c:strCache>
                <c:ptCount val="6"/>
                <c:pt idx="0">
                  <c:v>KW 48</c:v>
                </c:pt>
                <c:pt idx="1">
                  <c:v>KW 49</c:v>
                </c:pt>
                <c:pt idx="2">
                  <c:v>KW 50</c:v>
                </c:pt>
                <c:pt idx="3">
                  <c:v>KW 51</c:v>
                </c:pt>
                <c:pt idx="4">
                  <c:v>KW 52</c:v>
                </c:pt>
                <c:pt idx="5">
                  <c:v>KW 1</c:v>
                </c:pt>
              </c:strCache>
            </c:strRef>
          </c:cat>
          <c:val>
            <c:numRef>
              <c:f>Sheet1!$B$2:$B$7</c:f>
              <c:numCache>
                <c:formatCode>General</c:formatCode>
                <c:ptCount val="6"/>
                <c:pt idx="0">
                  <c:v>30</c:v>
                </c:pt>
                <c:pt idx="1">
                  <c:v>36</c:v>
                </c:pt>
                <c:pt idx="2">
                  <c:v>47</c:v>
                </c:pt>
                <c:pt idx="3">
                  <c:v>52</c:v>
                </c:pt>
                <c:pt idx="4">
                  <c:v>26</c:v>
                </c:pt>
                <c:pt idx="5">
                  <c:v>33</c:v>
                </c:pt>
              </c:numCache>
            </c:numRef>
          </c:val>
        </c:ser>
        <c:dLbls>
          <c:txPr>
            <a:bodyPr/>
            <a:lstStyle/>
            <a:p>
              <a:pPr>
                <a:defRPr sz="11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60.0"/>
          <c:min val="0.0"/>
        </c:scaling>
        <c:delete val="0"/>
        <c:axPos val="l"/>
        <c:majorGridlines>
          <c:spPr>
            <a:ln>
              <a:solidFill>
                <a:srgbClr val="E4E4EC"/>
              </a:solidFill>
            </a:ln>
          </c:spPr>
        </c:majorGridlines>
        <c:majorTickMark val="out"/>
        <c:minorTickMark val="none"/>
        <c:tickLblPos val="nextTo"/>
        <c:txPr>
          <a:bodyPr/>
          <a:lstStyle/>
          <a:p>
            <a:pPr>
              <a:defRPr sz="1100"/>
            </a:pPr>
          </a:p>
        </c:txPr>
        <c:crossAx val="-2068027336"/>
        <c:crosses val="autoZero"/>
        <c:majorUnit val="10.0"/>
      </c:valAx>
    </c:plotArea>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084260DF-C685-4FF6-A43E-7F93FB3E64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a:extLst>
              <a:ext uri="{FF2B5EF4-FFF2-40B4-BE49-F238E27FC236}">
                <a16:creationId xmlns:a16="http://schemas.microsoft.com/office/drawing/2014/main" id="{378901AA-A65C-4D7D-B03E-B88B42C819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5B67984-F0B9-4D31-A8F6-8AF021B9C2EF}" type="datetimeFigureOut">
              <a:rPr lang="en-US" smtClean="0"/>
              <a:t>12/2/2025</a:t>
            </a:fld>
            <a:endParaRPr lang="en-US"/>
          </a:p>
        </p:txBody>
      </p:sp>
      <p:sp>
        <p:nvSpPr>
          <p:cNvPr id="4" name="Fußzeilenplatzhalter 3">
            <a:extLst>
              <a:ext uri="{FF2B5EF4-FFF2-40B4-BE49-F238E27FC236}">
                <a16:creationId xmlns:a16="http://schemas.microsoft.com/office/drawing/2014/main" id="{5D3CA3E7-8995-4D33-854F-35DAE52EA91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Foliennummernplatzhalter 4">
            <a:extLst>
              <a:ext uri="{FF2B5EF4-FFF2-40B4-BE49-F238E27FC236}">
                <a16:creationId xmlns:a16="http://schemas.microsoft.com/office/drawing/2014/main" id="{31351F65-D033-4BD6-A4AB-E115D806FBE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32D436-8D5A-47CC-AED7-9827D8D395F2}" type="slidenum">
              <a:rPr lang="en-US" smtClean="0"/>
              <a:t>‹Nr.›</a:t>
            </a:fld>
            <a:endParaRPr lang="en-US"/>
          </a:p>
        </p:txBody>
      </p:sp>
    </p:spTree>
    <p:extLst>
      <p:ext uri="{BB962C8B-B14F-4D97-AF65-F5344CB8AC3E}">
        <p14:creationId xmlns:p14="http://schemas.microsoft.com/office/powerpoint/2010/main" val="297284226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5960CC-0992-4111-87D3-C02B03B2EA6C}" type="datetimeFigureOut">
              <a:rPr lang="en-US" smtClean="0"/>
              <a:t>12/2/2025</a:t>
            </a:fld>
            <a:endParaRPr lang="en-US"/>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EEB764-55E2-4077-8C7A-EB9EFE7145E2}" type="slidenum">
              <a:rPr lang="en-US" smtClean="0"/>
              <a:t>‹Nr.›</a:t>
            </a:fld>
            <a:endParaRPr lang="en-US"/>
          </a:p>
        </p:txBody>
      </p:sp>
    </p:spTree>
    <p:extLst>
      <p:ext uri="{BB962C8B-B14F-4D97-AF65-F5344CB8AC3E}">
        <p14:creationId xmlns:p14="http://schemas.microsoft.com/office/powerpoint/2010/main" val="2041633653"/>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Begrüßung: „Hallo zusammen, wir sind … Unser Thema heute ist Produktionsplanung und -steuerung, kurz PP.“</a:t>
            </a:r>
          </a:p>
          <a:p>
            <a:r>
              <a:t>(Namen: Dulce Mariah García Vilchis, Montserrat Guadalupe Juárez Templos, Zaid Maadi)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 halten uns an die Gliederung, die Frau Dolch vorgegeben hat. Am Ende gibt es ein kurzes Quiz und ein paar Thesen.“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Frage stellen, 2–3 Antworten sammeln (Material kaufen, Leute und Maschinen planen, montieren …).</a:t>
            </a:r>
          </a:p>
          <a:p>
            <a:r>
              <a:t>„Genau darum geht es in PP. Schauen wir uns das jetzt genauer 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 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„PP hat zwei Teile. Die Planung überlegt: Was, wie viel und wann produzieren wir? Die Steuerung sorgt dafür, dass das in der Fabrik auch wirklich passiert.“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Jeden Begriff in einem Satz erklären. Das Fahrrad-Beispiel benutzen.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Hauptziel sind niedrige Kosten. Dafür gibt es vier Teilziele. Aber die Ziele widersprechen sich: Wenn alle Maschinen immer voll laufen sollen, müssen Aufträge warten. Man muss also immer einen Kompromiss finden.“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 kann die Aufgaben auf drei Ebenen sehen – von langfristig bis kurzfristig. Für SAP PP sind vor allem die mittlere und die untere Ebene wichtig.“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Produktion liegt in der Mitte. Das Material geht nach rechts zum Kunden, die Information geht nach links zurück.“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„PP ist mit vielen Modulen verbunden. Einige davon kennen Sie schon aus den anderen Referaten – MM, WM und SD.“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SAP wird in Stufen geplant – von grob nach fein. Jede Stufe gibt ihr Ergebnis an die nächste weiter.“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 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Organisationsstruktur kennen Sie aus der Einführung. Für PP ist das Werk die wichtigste Ebene.“</a:t>
            </a:r>
          </a:p>
          <a:p>
            <a:r>
              <a:t>TODO: Werk und Lagerorte in der PP-Fallstudie prüfen.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 B</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„Wie in jedem SAP-Modul gibt es drei Arten von Daten. Für uns sind vor allem die Stammdaten und die Bewegungsdaten wichtig.“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Materialstamm ist wie ein Steckbrief für jedes Material. Für PP sind die Dispo-Sichten wichtig – dort steht zum Beispiel, ob wir das Teil selbst machen oder kaufen.“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Stückliste zeigt, woraus ein Produkt besteht. Ein Fahrrad besteht zum Beispiel aus Rahmen, zwei Laufrädern, Kette und zwei Pedalen. Das Laufrad besteht selbst wieder aus Teilen – deshalb ist die Stückliste mehrstufig.“</a:t>
            </a:r>
          </a:p>
          <a:p>
            <a:r>
              <a:t>Hinweis: In der Fallstudie die echte Global-Bike-Stückliste anschauen und evtl. einen Screenshot einfügen.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Arbeitsplan sagt, WIE wir produzieren – Schritt für Schritt. Der Arbeitsplatz sagt, WO – also an welcher Maschine.“</a:t>
            </a:r>
          </a:p>
          <a:p>
            <a:r>
              <a:t>TODO: mit Benz &amp; Höflinger (2011) belegen.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„Jeder Schritt erzeugt einen Beleg. Wichtig: Der Planauftrag ist nur ein Vorschlag. Erst der Fertigungsauftrag ist verbindlich.“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 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ist der ganze Ablauf in acht Schritten. Die ersten zwei sind Planung, der Rest ist Steuerung. Genau so läuft auch die PP-Fallstudie im System.“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der Programmplanung entscheidet die Planungsstrategie, wie produziert wird. Die zwei Grundformen: Wir produzieren auf Lager – oder erst, wenn der Kunde bestellt.“</a:t>
            </a:r>
          </a:p>
          <a:p>
            <a:r>
              <a:t>Bei Nachfrage: Es gibt auch Mischformen, z. B. Vorplanung mit oder ohne Endmontage.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„Wenn man den MRP-Lauf startet, macht das System sieben Schritte. Am wichtigsten sind Schritt 2 und 6: Es rechnet, was fehlt, und löst die Stückliste auf. Dann geht es mit den Teilen wieder von vorne los.“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1 Minute Zeit geben, ein paar Antworten sammeln. Lösung: 100 Pedale (nächste Folie).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 brauchen 100 Räder, 20 haben wir – also 80 bauen. Dafür brauchen wir 160 Pedale. 40 haben wir, 20 kommen noch. Also müssen wir 100 Pedale bestellen.“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gibt zwei Arten zu planen. Plangesteuert heißt: Wir schauen in die Zukunft. Verbrauchsgesteuert heißt: Wir schauen, wie viel wir früher verbraucht haben. Rechts sieht man das Bestellpunktverfahren: Wenn der Bestand die orange Linie erreicht, wird nachbestellt.“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„Nach dem Nettobedarf fragt das System: Wie viel machen wir auf einmal? Dafür gibt es drei Gruppen von Verfahren.“</a:t>
            </a:r>
          </a:p>
          <a:p>
            <a:r>
              <a:t>Verbindung zur Vorlesung Inventory Management: Andler-Formel / optimale Bestellmenge.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zur Steuerung. Der Fertigungsauftrag geht durch sechs Schritte. Wichtig: Erst nach der Freigabe darf man Material entnehmen und rückmelden.“</a:t>
            </a:r>
          </a:p>
          <a:p>
            <a:r>
              <a:t>Tipp: In der Fallstudie die Bewegungsarten und Status-Kürzel notieren und hier ergänzen.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sieht man, wie die Belege zusammenhängen. Oben PP, unten Materialwirtschaft. Jede Warenbewegung erzeugt automatisch auch einen Beleg in der Buchhaltung – das ist die Integration in SAP.“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„MRP plant erst mal ohne Grenzen. Danach muss man prüfen, ob die Kapazität reicht. Im Beispiel hat die Montage 40 Stunden pro Woche. In KW 50 und 51 reicht das nicht – das sind die orangen Balken.“</a:t>
            </a:r>
          </a:p>
          <a:p>
            <a:r>
              <a:t>TODO: mit Benz &amp; Höflinger (2011) belegen.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 C oder alle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„Zum Schluss ein kurzer Blick auf S/4HANA. Vieles wird schneller, und die Planung, die früher ein eigenes System brauchte, ist jetzt integriert.“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Wichtigste in vier Sätzen …“ (Folie vorlesen, aber frei formulieren).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Handzeichen oder Mentimeter abstimmen lassen. Lösungen: 1b, 2b, 3b.</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Diskussion moderieren (ca. 10 Min.). Fragen: „Was denken Sie?“ – „Sieht das jemand anders?“</a:t>
            </a:r>
          </a:p>
          <a:p>
            <a:r>
              <a:t>These 1: Was passiert, wenn in der Stückliste ein Teil fehlt?</a:t>
            </a:r>
          </a:p>
          <a:p>
            <a:r>
              <a:t>These 2: Pro: individuelle Räder, wenig Bestand. Contra: Saison im Frühling, Kunden wollen sofort kaufen.</a:t>
            </a:r>
          </a:p>
          <a:p>
            <a:r>
              <a:t>These 3: Pro: Automatisierung. Contra: Ausnahmen, Probleme mit Lieferanten, Prioritäten – das braucht Menschen.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 Folien Arbeitsplan/Arbeitsplatz und Kapazitätsplanung mit Benz &amp; Höflinger (2011) belegen und hier ergänzen.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„Vielen Dank fürs Zuhören! Haben Sie Fragen?“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2.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4.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2.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 Id="rId3" Type="http://schemas.openxmlformats.org/officeDocument/2006/relationships/image" Target="../media/image26.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36.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image" Target="../media/image43.png"/><Relationship Id="rId5" Type="http://schemas.openxmlformats.org/officeDocument/2006/relationships/image" Target="../media/image44.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image" Target="../media/image3.png"/><Relationship Id="rId5"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UD Standard_20 pt ">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AE24BA-B819-4480-B7C5-BEEF871BD6FB}"/>
              </a:ext>
            </a:extLst>
          </p:cNvPr>
          <p:cNvSpPr>
            <a:spLocks noGrp="1"/>
          </p:cNvSpPr>
          <p:nvPr>
            <p:ph type="title" hasCustomPrompt="1"/>
          </p:nvPr>
        </p:nvSpPr>
        <p:spPr>
          <a:xfrm>
            <a:off x="609600" y="404813"/>
            <a:ext cx="10972800" cy="647700"/>
          </a:xfrm>
          <a:prstGeom prst="rect">
            <a:avLst/>
          </a:prstGeom>
          <a:solidFill>
            <a:schemeClr val="accent2">
              <a:lumMod val="40000"/>
              <a:lumOff val="60000"/>
            </a:schemeClr>
          </a:solidFill>
        </p:spPr>
        <p:txBody>
          <a:bodyPr/>
          <a:lstStyle>
            <a:lvl1pPr>
              <a:defRPr/>
            </a:lvl1pPr>
          </a:lstStyle>
          <a:p>
            <a:r>
              <a:rPr lang="de-DE" dirty="0"/>
              <a:t>Titel Schriftgröße 32pt</a:t>
            </a:r>
          </a:p>
        </p:txBody>
      </p:sp>
      <p:sp>
        <p:nvSpPr>
          <p:cNvPr id="3" name="Inhaltsplatzhalter 2">
            <a:extLst>
              <a:ext uri="{FF2B5EF4-FFF2-40B4-BE49-F238E27FC236}">
                <a16:creationId xmlns:a16="http://schemas.microsoft.com/office/drawing/2014/main" id="{78EAB754-52DE-483E-9141-006ADE499887}"/>
              </a:ext>
            </a:extLst>
          </p:cNvPr>
          <p:cNvSpPr>
            <a:spLocks noGrp="1"/>
          </p:cNvSpPr>
          <p:nvPr>
            <p:ph idx="1" hasCustomPrompt="1"/>
          </p:nvPr>
        </p:nvSpPr>
        <p:spPr>
          <a:xfrm>
            <a:off x="609599" y="1736725"/>
            <a:ext cx="10972801" cy="4105275"/>
          </a:xfrm>
          <a:solidFill>
            <a:schemeClr val="accent2">
              <a:lumMod val="40000"/>
              <a:lumOff val="60000"/>
            </a:schemeClr>
          </a:solidFill>
        </p:spPr>
        <p:txBody>
          <a:bodyPr/>
          <a:lstStyle>
            <a:lvl1pPr>
              <a:defRPr/>
            </a:lvl1pPr>
            <a:lvl2pPr>
              <a:defRPr/>
            </a:lvl2pPr>
            <a:lvl3pPr>
              <a:defRPr/>
            </a:lvl3pPr>
          </a:lstStyle>
          <a:p>
            <a:pPr lvl="0"/>
            <a:r>
              <a:rPr lang="de-DE" dirty="0"/>
              <a:t>Mastertextformat Schriftgröße 20pt</a:t>
            </a:r>
            <a:br>
              <a:rPr lang="de-DE" dirty="0"/>
            </a:br>
            <a:r>
              <a:rPr lang="de-DE" dirty="0"/>
              <a:t>(Kann vergrößert werden auf 24pt, Minimum Schriftgröße 16 </a:t>
            </a:r>
            <a:r>
              <a:rPr lang="de-DE" dirty="0" err="1"/>
              <a:t>pt</a:t>
            </a:r>
            <a:r>
              <a:rPr lang="de-DE" dirty="0"/>
              <a:t>)</a:t>
            </a:r>
          </a:p>
          <a:p>
            <a:pPr lvl="1"/>
            <a:r>
              <a:rPr lang="de-DE" dirty="0"/>
              <a:t>Die Schriftgrößen wurde in folgenden Räumen getestet</a:t>
            </a:r>
          </a:p>
          <a:p>
            <a:pPr lvl="2"/>
            <a:r>
              <a:rPr lang="de-DE" dirty="0"/>
              <a:t>HSZ Audimax</a:t>
            </a:r>
          </a:p>
          <a:p>
            <a:pPr lvl="2"/>
            <a:r>
              <a:rPr lang="de-DE" dirty="0"/>
              <a:t>HSZ Hörsaal 3</a:t>
            </a:r>
          </a:p>
          <a:p>
            <a:pPr lvl="2"/>
            <a:r>
              <a:rPr lang="de-DE" dirty="0"/>
              <a:t>HSZ Seminarraum klein</a:t>
            </a:r>
          </a:p>
          <a:p>
            <a:pPr lvl="1"/>
            <a:r>
              <a:rPr lang="de-DE" dirty="0"/>
              <a:t>In allen drei Räumen ist 20 und 24 </a:t>
            </a:r>
            <a:r>
              <a:rPr lang="de-DE" dirty="0" err="1"/>
              <a:t>pt</a:t>
            </a:r>
            <a:r>
              <a:rPr lang="de-DE" dirty="0"/>
              <a:t> gut lesbar. Im </a:t>
            </a:r>
            <a:r>
              <a:rPr lang="de-DE" dirty="0" err="1"/>
              <a:t>Seminaraum</a:t>
            </a:r>
            <a:r>
              <a:rPr lang="de-DE" dirty="0"/>
              <a:t> ist 16 </a:t>
            </a:r>
            <a:r>
              <a:rPr lang="de-DE" dirty="0" err="1"/>
              <a:t>pt</a:t>
            </a:r>
            <a:r>
              <a:rPr lang="de-DE" dirty="0"/>
              <a:t> grenzwertig klein.</a:t>
            </a:r>
          </a:p>
        </p:txBody>
      </p:sp>
      <p:sp>
        <p:nvSpPr>
          <p:cNvPr id="11" name="Rechteck 10">
            <a:extLst>
              <a:ext uri="{FF2B5EF4-FFF2-40B4-BE49-F238E27FC236}">
                <a16:creationId xmlns:a16="http://schemas.microsoft.com/office/drawing/2014/main" id="{86E97365-2970-48C5-8643-B05B104BD1FB}"/>
              </a:ext>
              <a:ext uri="{C183D7F6-B498-43B3-948B-1728B52AA6E4}">
                <adec:decorative xmlns:adec="http://schemas.microsoft.com/office/drawing/2017/decorative" val="0"/>
              </a:ext>
            </a:extLst>
          </p:cNvPr>
          <p:cNvSpPr/>
          <p:nvPr userDrawn="1"/>
        </p:nvSpPr>
        <p:spPr>
          <a:xfrm>
            <a:off x="8075614" y="6057900"/>
            <a:ext cx="3506786" cy="395288"/>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BC1589"/>
                </a:solidFill>
              </a:rPr>
              <a:t>Platz für Zweitlogos</a:t>
            </a:r>
            <a:endParaRPr lang="en-US" dirty="0">
              <a:solidFill>
                <a:srgbClr val="BC1589"/>
              </a:solidFill>
            </a:endParaRPr>
          </a:p>
        </p:txBody>
      </p:sp>
      <p:sp>
        <p:nvSpPr>
          <p:cNvPr id="8" name="Rechteck 7">
            <a:extLst>
              <a:ext uri="{FF2B5EF4-FFF2-40B4-BE49-F238E27FC236}">
                <a16:creationId xmlns:a16="http://schemas.microsoft.com/office/drawing/2014/main" id="{A471FF40-B767-4E15-B8F5-6DAC252E94C7}"/>
              </a:ext>
              <a:ext uri="{C183D7F6-B498-43B3-948B-1728B52AA6E4}">
                <adec:decorative xmlns:adec="http://schemas.microsoft.com/office/drawing/2017/decorative" val="1"/>
              </a:ext>
            </a:extLst>
          </p:cNvPr>
          <p:cNvSpPr/>
          <p:nvPr userDrawn="1"/>
        </p:nvSpPr>
        <p:spPr>
          <a:xfrm>
            <a:off x="0" y="1052513"/>
            <a:ext cx="12192000" cy="684212"/>
          </a:xfrm>
          <a:prstGeom prst="rect">
            <a:avLst/>
          </a:prstGeom>
          <a:solidFill>
            <a:srgbClr val="FFB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BC1589"/>
                </a:solidFill>
              </a:rPr>
              <a:t>Schutzraum</a:t>
            </a:r>
            <a:endParaRPr lang="en-US" dirty="0">
              <a:solidFill>
                <a:srgbClr val="BC1589"/>
              </a:solidFill>
            </a:endParaRPr>
          </a:p>
        </p:txBody>
      </p:sp>
      <p:sp>
        <p:nvSpPr>
          <p:cNvPr id="10" name="Rechteck 9">
            <a:extLst>
              <a:ext uri="{FF2B5EF4-FFF2-40B4-BE49-F238E27FC236}">
                <a16:creationId xmlns:a16="http://schemas.microsoft.com/office/drawing/2014/main" id="{F07D106F-3835-4287-88EB-AAAD315A8528}"/>
              </a:ext>
              <a:ext uri="{C183D7F6-B498-43B3-948B-1728B52AA6E4}">
                <adec:decorative xmlns:adec="http://schemas.microsoft.com/office/drawing/2017/decorative" val="1"/>
              </a:ext>
            </a:extLst>
          </p:cNvPr>
          <p:cNvSpPr/>
          <p:nvPr userDrawn="1"/>
        </p:nvSpPr>
        <p:spPr>
          <a:xfrm>
            <a:off x="0" y="5842000"/>
            <a:ext cx="12192000" cy="215900"/>
          </a:xfrm>
          <a:prstGeom prst="rect">
            <a:avLst/>
          </a:prstGeom>
          <a:solidFill>
            <a:srgbClr val="FFB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BC1589"/>
                </a:solidFill>
              </a:rPr>
              <a:t>Schutzraum</a:t>
            </a:r>
            <a:endParaRPr lang="en-US" dirty="0">
              <a:solidFill>
                <a:srgbClr val="BC1589"/>
              </a:solidFill>
            </a:endParaRPr>
          </a:p>
        </p:txBody>
      </p:sp>
    </p:spTree>
    <p:extLst>
      <p:ext uri="{BB962C8B-B14F-4D97-AF65-F5344CB8AC3E}">
        <p14:creationId xmlns:p14="http://schemas.microsoft.com/office/powerpoint/2010/main" val="3296325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Blau">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76E57C58-43E6-4DA0-BC7D-0DB0606AB59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0000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387645A5-8081-48C3-B5F8-643B270F4F3E}"/>
              </a:ext>
            </a:extLst>
          </p:cNvPr>
          <p:cNvSpPr>
            <a:spLocks noGrp="1"/>
          </p:cNvSpPr>
          <p:nvPr>
            <p:ph type="ctrTitle"/>
          </p:nvPr>
        </p:nvSpPr>
        <p:spPr>
          <a:xfrm>
            <a:off x="609600" y="3429000"/>
            <a:ext cx="10972800" cy="2196296"/>
          </a:xfrm>
          <a:prstGeom prst="rect">
            <a:avLst/>
          </a:prstGeom>
        </p:spPr>
        <p:txBody>
          <a:bodyPr anchor="t"/>
          <a:lstStyle>
            <a:lvl1pPr algn="l">
              <a:defRPr sz="4400">
                <a:solidFill>
                  <a:schemeClr val="bg1"/>
                </a:solidFill>
                <a:latin typeface="+mj-lt"/>
              </a:defRPr>
            </a:lvl1pPr>
          </a:lstStyle>
          <a:p>
            <a:r>
              <a:rPr lang="de-DE"/>
              <a:t>Mastertitelformat bearbeiten</a:t>
            </a:r>
            <a:endParaRPr lang="de-DE" dirty="0"/>
          </a:p>
        </p:txBody>
      </p:sp>
      <p:sp>
        <p:nvSpPr>
          <p:cNvPr id="3" name="Untertitel 2">
            <a:extLst>
              <a:ext uri="{FF2B5EF4-FFF2-40B4-BE49-F238E27FC236}">
                <a16:creationId xmlns:a16="http://schemas.microsoft.com/office/drawing/2014/main" id="{47AE3C1A-CB2F-4CD1-90ED-300793FB0CA4}"/>
              </a:ext>
            </a:extLst>
          </p:cNvPr>
          <p:cNvSpPr>
            <a:spLocks noGrp="1"/>
          </p:cNvSpPr>
          <p:nvPr>
            <p:ph type="subTitle" idx="1"/>
          </p:nvPr>
        </p:nvSpPr>
        <p:spPr>
          <a:xfrm>
            <a:off x="609600" y="1736725"/>
            <a:ext cx="10972800" cy="1404937"/>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9" name="Grafik 8"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CB286486-4081-46A3-8FB1-838C770D442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9601" y="404813"/>
            <a:ext cx="1981199" cy="660400"/>
          </a:xfrm>
          <a:prstGeom prst="rect">
            <a:avLst/>
          </a:prstGeom>
        </p:spPr>
      </p:pic>
      <p:sp>
        <p:nvSpPr>
          <p:cNvPr id="8" name="Textplatzhalter 2">
            <a:extLst>
              <a:ext uri="{FF2B5EF4-FFF2-40B4-BE49-F238E27FC236}">
                <a16:creationId xmlns:a16="http://schemas.microsoft.com/office/drawing/2014/main" id="{FD2337E2-6B3B-430B-8F0C-236691AFA7A0}"/>
              </a:ext>
            </a:extLst>
          </p:cNvPr>
          <p:cNvSpPr>
            <a:spLocks noGrp="1"/>
          </p:cNvSpPr>
          <p:nvPr>
            <p:ph type="body" sz="quarter" idx="10"/>
          </p:nvPr>
        </p:nvSpPr>
        <p:spPr>
          <a:xfrm>
            <a:off x="609600" y="6312025"/>
            <a:ext cx="7833064" cy="256573"/>
          </a:xfrm>
        </p:spPr>
        <p:txBody>
          <a:bodyPr/>
          <a:lstStyle>
            <a:lvl1pPr>
              <a:defRPr sz="1200">
                <a:solidFill>
                  <a:schemeClr val="bg1"/>
                </a:solidFill>
              </a:defRPr>
            </a:lvl1pPr>
          </a:lstStyle>
          <a:p>
            <a:pPr lvl="0"/>
            <a:r>
              <a:rPr lang="de-DE"/>
              <a:t>Mastertextformat bearbeiten</a:t>
            </a:r>
          </a:p>
        </p:txBody>
      </p:sp>
    </p:spTree>
    <p:extLst>
      <p:ext uri="{BB962C8B-B14F-4D97-AF65-F5344CB8AC3E}">
        <p14:creationId xmlns:p14="http://schemas.microsoft.com/office/powerpoint/2010/main" val="3476156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_weiß">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76E57C58-43E6-4DA0-BC7D-0DB0606AB59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Titel 1">
            <a:extLst>
              <a:ext uri="{FF2B5EF4-FFF2-40B4-BE49-F238E27FC236}">
                <a16:creationId xmlns:a16="http://schemas.microsoft.com/office/drawing/2014/main" id="{B33AC041-1A6E-42F5-81A2-02C98A0F27CA}"/>
              </a:ext>
            </a:extLst>
          </p:cNvPr>
          <p:cNvSpPr>
            <a:spLocks noGrp="1"/>
          </p:cNvSpPr>
          <p:nvPr>
            <p:ph type="ctrTitle"/>
          </p:nvPr>
        </p:nvSpPr>
        <p:spPr>
          <a:xfrm>
            <a:off x="609600" y="3429000"/>
            <a:ext cx="10972800" cy="2196296"/>
          </a:xfrm>
          <a:prstGeom prst="rect">
            <a:avLst/>
          </a:prstGeom>
        </p:spPr>
        <p:txBody>
          <a:bodyPr anchor="t"/>
          <a:lstStyle>
            <a:lvl1pPr algn="l">
              <a:defRPr sz="4400">
                <a:solidFill>
                  <a:schemeClr val="accent1"/>
                </a:solidFill>
              </a:defRPr>
            </a:lvl1pPr>
          </a:lstStyle>
          <a:p>
            <a:r>
              <a:rPr lang="de-DE"/>
              <a:t>Mastertitelformat bearbeiten</a:t>
            </a:r>
            <a:endParaRPr lang="de-DE" dirty="0"/>
          </a:p>
        </p:txBody>
      </p:sp>
      <p:sp>
        <p:nvSpPr>
          <p:cNvPr id="13" name="Untertitel 2">
            <a:extLst>
              <a:ext uri="{FF2B5EF4-FFF2-40B4-BE49-F238E27FC236}">
                <a16:creationId xmlns:a16="http://schemas.microsoft.com/office/drawing/2014/main" id="{DA15133A-699F-4D35-8F40-4E67A2D2CBDC}"/>
              </a:ext>
            </a:extLst>
          </p:cNvPr>
          <p:cNvSpPr>
            <a:spLocks noGrp="1"/>
          </p:cNvSpPr>
          <p:nvPr>
            <p:ph type="subTitle" idx="1"/>
          </p:nvPr>
        </p:nvSpPr>
        <p:spPr>
          <a:xfrm>
            <a:off x="609600" y="1736725"/>
            <a:ext cx="10972800" cy="1404937"/>
          </a:xfrm>
        </p:spPr>
        <p:txBody>
          <a:bodyPr anchor="b"/>
          <a:lstStyle>
            <a:lvl1pPr marL="0" indent="0" algn="l">
              <a:buNone/>
              <a:defRPr sz="2000" b="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9" name="Grafik 8"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CB286486-4081-46A3-8FB1-838C770D442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9600" y="404811"/>
            <a:ext cx="1980000" cy="660000"/>
          </a:xfrm>
          <a:prstGeom prst="rect">
            <a:avLst/>
          </a:prstGeom>
        </p:spPr>
      </p:pic>
      <p:sp>
        <p:nvSpPr>
          <p:cNvPr id="10" name="Textplatzhalter 2">
            <a:extLst>
              <a:ext uri="{FF2B5EF4-FFF2-40B4-BE49-F238E27FC236}">
                <a16:creationId xmlns:a16="http://schemas.microsoft.com/office/drawing/2014/main" id="{8BF6A3ED-341B-442E-8210-E4319907CA7E}"/>
              </a:ext>
            </a:extLst>
          </p:cNvPr>
          <p:cNvSpPr>
            <a:spLocks noGrp="1"/>
          </p:cNvSpPr>
          <p:nvPr>
            <p:ph type="body" sz="quarter" idx="10"/>
          </p:nvPr>
        </p:nvSpPr>
        <p:spPr>
          <a:xfrm>
            <a:off x="609600" y="6312025"/>
            <a:ext cx="7833064" cy="256573"/>
          </a:xfrm>
        </p:spPr>
        <p:txBody>
          <a:bodyPr/>
          <a:lstStyle>
            <a:lvl1pPr>
              <a:defRPr sz="1200">
                <a:solidFill>
                  <a:srgbClr val="00008C"/>
                </a:solidFill>
              </a:defRPr>
            </a:lvl1pPr>
          </a:lstStyle>
          <a:p>
            <a:pPr lvl="0"/>
            <a:r>
              <a:rPr lang="de-DE"/>
              <a:t>Mastertextformat bearbeiten</a:t>
            </a:r>
          </a:p>
        </p:txBody>
      </p:sp>
    </p:spTree>
    <p:extLst>
      <p:ext uri="{BB962C8B-B14F-4D97-AF65-F5344CB8AC3E}">
        <p14:creationId xmlns:p14="http://schemas.microsoft.com/office/powerpoint/2010/main" val="1829693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elfolie_Shape_fix">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76E57C58-43E6-4DA0-BC7D-0DB0606AB59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2F57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7" name="Grafik 16">
            <a:extLst>
              <a:ext uri="{FF2B5EF4-FFF2-40B4-BE49-F238E27FC236}">
                <a16:creationId xmlns:a16="http://schemas.microsoft.com/office/drawing/2014/main" id="{58C2EC5D-CAE6-4D0D-876A-759A0D2C366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10" name="Titel 1">
            <a:extLst>
              <a:ext uri="{FF2B5EF4-FFF2-40B4-BE49-F238E27FC236}">
                <a16:creationId xmlns:a16="http://schemas.microsoft.com/office/drawing/2014/main" id="{1E516721-5786-4D57-87BF-FB724C98CD9E}"/>
              </a:ext>
            </a:extLst>
          </p:cNvPr>
          <p:cNvSpPr>
            <a:spLocks noGrp="1"/>
          </p:cNvSpPr>
          <p:nvPr>
            <p:ph type="ctrTitle"/>
          </p:nvPr>
        </p:nvSpPr>
        <p:spPr>
          <a:xfrm>
            <a:off x="609600" y="4560104"/>
            <a:ext cx="7250113" cy="1281896"/>
          </a:xfrm>
          <a:prstGeom prst="rect">
            <a:avLst/>
          </a:prstGeom>
        </p:spPr>
        <p:txBody>
          <a:bodyPr anchor="t"/>
          <a:lstStyle>
            <a:lvl1pPr algn="l">
              <a:defRPr sz="4400">
                <a:solidFill>
                  <a:schemeClr val="bg1"/>
                </a:solidFill>
              </a:defRPr>
            </a:lvl1pPr>
          </a:lstStyle>
          <a:p>
            <a:r>
              <a:rPr lang="de-DE"/>
              <a:t>Mastertitelformat bearbeiten</a:t>
            </a:r>
            <a:endParaRPr lang="de-DE" dirty="0"/>
          </a:p>
        </p:txBody>
      </p:sp>
      <p:sp>
        <p:nvSpPr>
          <p:cNvPr id="11" name="Untertitel 2">
            <a:extLst>
              <a:ext uri="{FF2B5EF4-FFF2-40B4-BE49-F238E27FC236}">
                <a16:creationId xmlns:a16="http://schemas.microsoft.com/office/drawing/2014/main" id="{67F963C2-5833-44AC-B450-8D1C60C751CB}"/>
              </a:ext>
            </a:extLst>
          </p:cNvPr>
          <p:cNvSpPr>
            <a:spLocks noGrp="1"/>
          </p:cNvSpPr>
          <p:nvPr>
            <p:ph type="subTitle" idx="1"/>
          </p:nvPr>
        </p:nvSpPr>
        <p:spPr>
          <a:xfrm>
            <a:off x="609600" y="3094696"/>
            <a:ext cx="7250113" cy="1123950"/>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9" name="Grafik 8"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CB286486-4081-46A3-8FB1-838C770D442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9600" y="404813"/>
            <a:ext cx="1980000" cy="660000"/>
          </a:xfrm>
          <a:prstGeom prst="rect">
            <a:avLst/>
          </a:prstGeom>
        </p:spPr>
      </p:pic>
      <p:sp>
        <p:nvSpPr>
          <p:cNvPr id="12" name="Textplatzhalter 2">
            <a:extLst>
              <a:ext uri="{FF2B5EF4-FFF2-40B4-BE49-F238E27FC236}">
                <a16:creationId xmlns:a16="http://schemas.microsoft.com/office/drawing/2014/main" id="{CEC26066-137F-4859-8099-2F31E34E4121}"/>
              </a:ext>
            </a:extLst>
          </p:cNvPr>
          <p:cNvSpPr>
            <a:spLocks noGrp="1"/>
          </p:cNvSpPr>
          <p:nvPr>
            <p:ph type="body" sz="quarter" idx="10"/>
          </p:nvPr>
        </p:nvSpPr>
        <p:spPr>
          <a:xfrm>
            <a:off x="609600" y="6312025"/>
            <a:ext cx="7833064" cy="256573"/>
          </a:xfrm>
        </p:spPr>
        <p:txBody>
          <a:bodyPr/>
          <a:lstStyle>
            <a:lvl1pPr>
              <a:defRPr sz="1200">
                <a:solidFill>
                  <a:schemeClr val="bg1"/>
                </a:solidFill>
              </a:defRPr>
            </a:lvl1pPr>
          </a:lstStyle>
          <a:p>
            <a:pPr lvl="0"/>
            <a:r>
              <a:rPr lang="de-DE"/>
              <a:t>Mastertextformat bearbeiten</a:t>
            </a:r>
          </a:p>
        </p:txBody>
      </p:sp>
    </p:spTree>
    <p:extLst>
      <p:ext uri="{BB962C8B-B14F-4D97-AF65-F5344CB8AC3E}">
        <p14:creationId xmlns:p14="http://schemas.microsoft.com/office/powerpoint/2010/main" val="773381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elfolie_Shape_fix">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76E57C58-43E6-4DA0-BC7D-0DB0606AB59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2F57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Grafik 2">
            <a:extLst>
              <a:ext uri="{FF2B5EF4-FFF2-40B4-BE49-F238E27FC236}">
                <a16:creationId xmlns:a16="http://schemas.microsoft.com/office/drawing/2014/main" id="{FA579EDF-77CB-4860-8B94-3DF47A80CB2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10" name="Titel 1">
            <a:extLst>
              <a:ext uri="{FF2B5EF4-FFF2-40B4-BE49-F238E27FC236}">
                <a16:creationId xmlns:a16="http://schemas.microsoft.com/office/drawing/2014/main" id="{1E516721-5786-4D57-87BF-FB724C98CD9E}"/>
              </a:ext>
            </a:extLst>
          </p:cNvPr>
          <p:cNvSpPr>
            <a:spLocks noGrp="1"/>
          </p:cNvSpPr>
          <p:nvPr>
            <p:ph type="ctrTitle"/>
          </p:nvPr>
        </p:nvSpPr>
        <p:spPr>
          <a:xfrm>
            <a:off x="609600" y="2609850"/>
            <a:ext cx="7250113" cy="3015446"/>
          </a:xfrm>
          <a:prstGeom prst="rect">
            <a:avLst/>
          </a:prstGeom>
        </p:spPr>
        <p:txBody>
          <a:bodyPr anchor="t"/>
          <a:lstStyle>
            <a:lvl1pPr algn="l">
              <a:defRPr sz="4400">
                <a:solidFill>
                  <a:schemeClr val="bg1"/>
                </a:solidFill>
              </a:defRPr>
            </a:lvl1pPr>
          </a:lstStyle>
          <a:p>
            <a:r>
              <a:rPr lang="de-DE"/>
              <a:t>Mastertitelformat bearbeiten</a:t>
            </a:r>
            <a:endParaRPr lang="de-DE" dirty="0"/>
          </a:p>
        </p:txBody>
      </p:sp>
      <p:sp>
        <p:nvSpPr>
          <p:cNvPr id="11" name="Untertitel 2">
            <a:extLst>
              <a:ext uri="{FF2B5EF4-FFF2-40B4-BE49-F238E27FC236}">
                <a16:creationId xmlns:a16="http://schemas.microsoft.com/office/drawing/2014/main" id="{67F963C2-5833-44AC-B450-8D1C60C751CB}"/>
              </a:ext>
            </a:extLst>
          </p:cNvPr>
          <p:cNvSpPr>
            <a:spLocks noGrp="1"/>
          </p:cNvSpPr>
          <p:nvPr>
            <p:ph type="subTitle" idx="1"/>
          </p:nvPr>
        </p:nvSpPr>
        <p:spPr>
          <a:xfrm>
            <a:off x="609600" y="1736726"/>
            <a:ext cx="7250113" cy="539750"/>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9" name="Grafik 8"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CB286486-4081-46A3-8FB1-838C770D442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9600" y="404813"/>
            <a:ext cx="1980000" cy="660000"/>
          </a:xfrm>
          <a:prstGeom prst="rect">
            <a:avLst/>
          </a:prstGeom>
        </p:spPr>
      </p:pic>
      <p:sp>
        <p:nvSpPr>
          <p:cNvPr id="12" name="Textplatzhalter 2">
            <a:extLst>
              <a:ext uri="{FF2B5EF4-FFF2-40B4-BE49-F238E27FC236}">
                <a16:creationId xmlns:a16="http://schemas.microsoft.com/office/drawing/2014/main" id="{CEC26066-137F-4859-8099-2F31E34E4121}"/>
              </a:ext>
            </a:extLst>
          </p:cNvPr>
          <p:cNvSpPr>
            <a:spLocks noGrp="1"/>
          </p:cNvSpPr>
          <p:nvPr>
            <p:ph type="body" sz="quarter" idx="10"/>
          </p:nvPr>
        </p:nvSpPr>
        <p:spPr>
          <a:xfrm>
            <a:off x="609600" y="6312025"/>
            <a:ext cx="7833064" cy="256573"/>
          </a:xfrm>
        </p:spPr>
        <p:txBody>
          <a:bodyPr/>
          <a:lstStyle>
            <a:lvl1pPr>
              <a:defRPr sz="1200">
                <a:solidFill>
                  <a:schemeClr val="bg1"/>
                </a:solidFill>
              </a:defRPr>
            </a:lvl1pPr>
          </a:lstStyle>
          <a:p>
            <a:pPr lvl="0"/>
            <a:r>
              <a:rPr lang="de-DE"/>
              <a:t>Mastertextformat bearbeiten</a:t>
            </a:r>
          </a:p>
        </p:txBody>
      </p:sp>
    </p:spTree>
    <p:extLst>
      <p:ext uri="{BB962C8B-B14F-4D97-AF65-F5344CB8AC3E}">
        <p14:creationId xmlns:p14="http://schemas.microsoft.com/office/powerpoint/2010/main" val="2994302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elfolie_Shape_fix">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76E57C58-43E6-4DA0-BC7D-0DB0606AB59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2F57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7" name="Grafik 16">
            <a:extLst>
              <a:ext uri="{FF2B5EF4-FFF2-40B4-BE49-F238E27FC236}">
                <a16:creationId xmlns:a16="http://schemas.microsoft.com/office/drawing/2014/main" id="{58C2EC5D-CAE6-4D0D-876A-759A0D2C366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10" name="Titel 1">
            <a:extLst>
              <a:ext uri="{FF2B5EF4-FFF2-40B4-BE49-F238E27FC236}">
                <a16:creationId xmlns:a16="http://schemas.microsoft.com/office/drawing/2014/main" id="{1E516721-5786-4D57-87BF-FB724C98CD9E}"/>
              </a:ext>
            </a:extLst>
          </p:cNvPr>
          <p:cNvSpPr>
            <a:spLocks noGrp="1"/>
          </p:cNvSpPr>
          <p:nvPr>
            <p:ph type="ctrTitle"/>
          </p:nvPr>
        </p:nvSpPr>
        <p:spPr>
          <a:xfrm>
            <a:off x="609600" y="2488013"/>
            <a:ext cx="7250113" cy="3137283"/>
          </a:xfrm>
          <a:prstGeom prst="rect">
            <a:avLst/>
          </a:prstGeom>
        </p:spPr>
        <p:txBody>
          <a:bodyPr anchor="t"/>
          <a:lstStyle>
            <a:lvl1pPr algn="l">
              <a:defRPr sz="4400">
                <a:solidFill>
                  <a:schemeClr val="bg1"/>
                </a:solidFill>
              </a:defRPr>
            </a:lvl1pPr>
          </a:lstStyle>
          <a:p>
            <a:r>
              <a:rPr lang="de-DE"/>
              <a:t>Mastertitelformat bearbeiten</a:t>
            </a:r>
            <a:endParaRPr lang="de-DE" dirty="0"/>
          </a:p>
        </p:txBody>
      </p:sp>
      <p:sp>
        <p:nvSpPr>
          <p:cNvPr id="11" name="Untertitel 2">
            <a:extLst>
              <a:ext uri="{FF2B5EF4-FFF2-40B4-BE49-F238E27FC236}">
                <a16:creationId xmlns:a16="http://schemas.microsoft.com/office/drawing/2014/main" id="{67F963C2-5833-44AC-B450-8D1C60C751CB}"/>
              </a:ext>
            </a:extLst>
          </p:cNvPr>
          <p:cNvSpPr>
            <a:spLocks noGrp="1"/>
          </p:cNvSpPr>
          <p:nvPr>
            <p:ph type="subTitle" idx="1"/>
          </p:nvPr>
        </p:nvSpPr>
        <p:spPr>
          <a:xfrm>
            <a:off x="609600" y="1390651"/>
            <a:ext cx="7250113" cy="771524"/>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9" name="Grafik 8"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CB286486-4081-46A3-8FB1-838C770D442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9600" y="404813"/>
            <a:ext cx="1980000" cy="660000"/>
          </a:xfrm>
          <a:prstGeom prst="rect">
            <a:avLst/>
          </a:prstGeom>
        </p:spPr>
      </p:pic>
      <p:sp>
        <p:nvSpPr>
          <p:cNvPr id="12" name="Textplatzhalter 2">
            <a:extLst>
              <a:ext uri="{FF2B5EF4-FFF2-40B4-BE49-F238E27FC236}">
                <a16:creationId xmlns:a16="http://schemas.microsoft.com/office/drawing/2014/main" id="{CEC26066-137F-4859-8099-2F31E34E4121}"/>
              </a:ext>
            </a:extLst>
          </p:cNvPr>
          <p:cNvSpPr>
            <a:spLocks noGrp="1"/>
          </p:cNvSpPr>
          <p:nvPr>
            <p:ph type="body" sz="quarter" idx="10"/>
          </p:nvPr>
        </p:nvSpPr>
        <p:spPr>
          <a:xfrm>
            <a:off x="609600" y="6312025"/>
            <a:ext cx="7833064" cy="256573"/>
          </a:xfrm>
        </p:spPr>
        <p:txBody>
          <a:bodyPr/>
          <a:lstStyle>
            <a:lvl1pPr>
              <a:defRPr sz="1200">
                <a:solidFill>
                  <a:schemeClr val="bg1"/>
                </a:solidFill>
              </a:defRPr>
            </a:lvl1pPr>
          </a:lstStyle>
          <a:p>
            <a:pPr lvl="0"/>
            <a:r>
              <a:rPr lang="de-DE"/>
              <a:t>Mastertextformat bearbeiten</a:t>
            </a:r>
          </a:p>
        </p:txBody>
      </p:sp>
    </p:spTree>
    <p:extLst>
      <p:ext uri="{BB962C8B-B14F-4D97-AF65-F5344CB8AC3E}">
        <p14:creationId xmlns:p14="http://schemas.microsoft.com/office/powerpoint/2010/main" val="1642026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elfolie_Shape_fix">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76E57C58-43E6-4DA0-BC7D-0DB0606AB59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7" name="Grafik 16">
            <a:extLst>
              <a:ext uri="{FF2B5EF4-FFF2-40B4-BE49-F238E27FC236}">
                <a16:creationId xmlns:a16="http://schemas.microsoft.com/office/drawing/2014/main" id="{58C2EC5D-CAE6-4D0D-876A-759A0D2C366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flipH="1">
            <a:off x="0" y="0"/>
            <a:ext cx="12192000" cy="6858000"/>
          </a:xfrm>
          <a:prstGeom prst="rect">
            <a:avLst/>
          </a:prstGeom>
        </p:spPr>
      </p:pic>
      <p:sp>
        <p:nvSpPr>
          <p:cNvPr id="10" name="Titel 1">
            <a:extLst>
              <a:ext uri="{FF2B5EF4-FFF2-40B4-BE49-F238E27FC236}">
                <a16:creationId xmlns:a16="http://schemas.microsoft.com/office/drawing/2014/main" id="{1E516721-5786-4D57-87BF-FB724C98CD9E}"/>
              </a:ext>
            </a:extLst>
          </p:cNvPr>
          <p:cNvSpPr>
            <a:spLocks noGrp="1"/>
          </p:cNvSpPr>
          <p:nvPr>
            <p:ph type="ctrTitle"/>
          </p:nvPr>
        </p:nvSpPr>
        <p:spPr>
          <a:xfrm>
            <a:off x="609601" y="2800350"/>
            <a:ext cx="6315074" cy="2449174"/>
          </a:xfrm>
          <a:prstGeom prst="rect">
            <a:avLst/>
          </a:prstGeom>
        </p:spPr>
        <p:txBody>
          <a:bodyPr anchor="t"/>
          <a:lstStyle>
            <a:lvl1pPr algn="l">
              <a:defRPr sz="4400">
                <a:solidFill>
                  <a:schemeClr val="bg1"/>
                </a:solidFill>
              </a:defRPr>
            </a:lvl1pPr>
          </a:lstStyle>
          <a:p>
            <a:r>
              <a:rPr lang="de-DE"/>
              <a:t>Mastertitelformat bearbeiten</a:t>
            </a:r>
            <a:endParaRPr lang="de-DE" dirty="0"/>
          </a:p>
        </p:txBody>
      </p:sp>
      <p:sp>
        <p:nvSpPr>
          <p:cNvPr id="11" name="Untertitel 2">
            <a:extLst>
              <a:ext uri="{FF2B5EF4-FFF2-40B4-BE49-F238E27FC236}">
                <a16:creationId xmlns:a16="http://schemas.microsoft.com/office/drawing/2014/main" id="{67F963C2-5833-44AC-B450-8D1C60C751CB}"/>
              </a:ext>
            </a:extLst>
          </p:cNvPr>
          <p:cNvSpPr>
            <a:spLocks noGrp="1"/>
          </p:cNvSpPr>
          <p:nvPr>
            <p:ph type="subTitle" idx="1"/>
          </p:nvPr>
        </p:nvSpPr>
        <p:spPr>
          <a:xfrm>
            <a:off x="609600" y="1741089"/>
            <a:ext cx="7250113" cy="771524"/>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9" name="Grafik 8"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CB286486-4081-46A3-8FB1-838C770D442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9600" y="404813"/>
            <a:ext cx="1980000" cy="660000"/>
          </a:xfrm>
          <a:prstGeom prst="rect">
            <a:avLst/>
          </a:prstGeom>
        </p:spPr>
      </p:pic>
      <p:sp>
        <p:nvSpPr>
          <p:cNvPr id="12" name="Textplatzhalter 2">
            <a:extLst>
              <a:ext uri="{FF2B5EF4-FFF2-40B4-BE49-F238E27FC236}">
                <a16:creationId xmlns:a16="http://schemas.microsoft.com/office/drawing/2014/main" id="{CEC26066-137F-4859-8099-2F31E34E4121}"/>
              </a:ext>
            </a:extLst>
          </p:cNvPr>
          <p:cNvSpPr>
            <a:spLocks noGrp="1"/>
          </p:cNvSpPr>
          <p:nvPr>
            <p:ph type="body" sz="quarter" idx="10"/>
          </p:nvPr>
        </p:nvSpPr>
        <p:spPr>
          <a:xfrm>
            <a:off x="609600" y="6312025"/>
            <a:ext cx="7833064" cy="256573"/>
          </a:xfrm>
        </p:spPr>
        <p:txBody>
          <a:bodyPr/>
          <a:lstStyle>
            <a:lvl1pPr>
              <a:defRPr sz="1200">
                <a:solidFill>
                  <a:schemeClr val="bg1"/>
                </a:solidFill>
              </a:defRPr>
            </a:lvl1pPr>
          </a:lstStyle>
          <a:p>
            <a:pPr lvl="0"/>
            <a:r>
              <a:rPr lang="de-DE"/>
              <a:t>Mastertextformat bearbeiten</a:t>
            </a:r>
          </a:p>
        </p:txBody>
      </p:sp>
    </p:spTree>
    <p:extLst>
      <p:ext uri="{BB962C8B-B14F-4D97-AF65-F5344CB8AC3E}">
        <p14:creationId xmlns:p14="http://schemas.microsoft.com/office/powerpoint/2010/main" val="489954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elfolie_Shape_fix">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76E57C58-43E6-4DA0-BC7D-0DB0606AB59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Grafik 2">
            <a:extLst>
              <a:ext uri="{FF2B5EF4-FFF2-40B4-BE49-F238E27FC236}">
                <a16:creationId xmlns:a16="http://schemas.microsoft.com/office/drawing/2014/main" id="{94CFE8FF-710D-4BD6-BF09-5899F316B54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10" name="Titel 1">
            <a:extLst>
              <a:ext uri="{FF2B5EF4-FFF2-40B4-BE49-F238E27FC236}">
                <a16:creationId xmlns:a16="http://schemas.microsoft.com/office/drawing/2014/main" id="{1E516721-5786-4D57-87BF-FB724C98CD9E}"/>
              </a:ext>
            </a:extLst>
          </p:cNvPr>
          <p:cNvSpPr>
            <a:spLocks noGrp="1"/>
          </p:cNvSpPr>
          <p:nvPr>
            <p:ph type="ctrTitle"/>
          </p:nvPr>
        </p:nvSpPr>
        <p:spPr>
          <a:xfrm>
            <a:off x="609600" y="3962400"/>
            <a:ext cx="10972800" cy="1662895"/>
          </a:xfrm>
          <a:prstGeom prst="rect">
            <a:avLst/>
          </a:prstGeom>
        </p:spPr>
        <p:txBody>
          <a:bodyPr anchor="t"/>
          <a:lstStyle>
            <a:lvl1pPr algn="l">
              <a:defRPr sz="4400">
                <a:solidFill>
                  <a:schemeClr val="bg1"/>
                </a:solidFill>
              </a:defRPr>
            </a:lvl1pPr>
          </a:lstStyle>
          <a:p>
            <a:r>
              <a:rPr lang="de-DE"/>
              <a:t>Mastertitelformat bearbeiten</a:t>
            </a:r>
            <a:endParaRPr lang="de-DE" dirty="0"/>
          </a:p>
        </p:txBody>
      </p:sp>
      <p:sp>
        <p:nvSpPr>
          <p:cNvPr id="11" name="Untertitel 2">
            <a:extLst>
              <a:ext uri="{FF2B5EF4-FFF2-40B4-BE49-F238E27FC236}">
                <a16:creationId xmlns:a16="http://schemas.microsoft.com/office/drawing/2014/main" id="{67F963C2-5833-44AC-B450-8D1C60C751CB}"/>
              </a:ext>
            </a:extLst>
          </p:cNvPr>
          <p:cNvSpPr>
            <a:spLocks noGrp="1"/>
          </p:cNvSpPr>
          <p:nvPr>
            <p:ph type="subTitle" idx="1"/>
          </p:nvPr>
        </p:nvSpPr>
        <p:spPr>
          <a:xfrm>
            <a:off x="609600" y="2374900"/>
            <a:ext cx="10972800" cy="1404937"/>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9" name="Grafik 8"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CB286486-4081-46A3-8FB1-838C770D442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9600" y="404813"/>
            <a:ext cx="1980000" cy="660000"/>
          </a:xfrm>
          <a:prstGeom prst="rect">
            <a:avLst/>
          </a:prstGeom>
        </p:spPr>
      </p:pic>
      <p:sp>
        <p:nvSpPr>
          <p:cNvPr id="12" name="Textplatzhalter 2">
            <a:extLst>
              <a:ext uri="{FF2B5EF4-FFF2-40B4-BE49-F238E27FC236}">
                <a16:creationId xmlns:a16="http://schemas.microsoft.com/office/drawing/2014/main" id="{EDF80472-EDBA-4F61-808F-F1F3B41F7DD3}"/>
              </a:ext>
            </a:extLst>
          </p:cNvPr>
          <p:cNvSpPr>
            <a:spLocks noGrp="1"/>
          </p:cNvSpPr>
          <p:nvPr>
            <p:ph type="body" sz="quarter" idx="10"/>
          </p:nvPr>
        </p:nvSpPr>
        <p:spPr>
          <a:xfrm>
            <a:off x="609600" y="6312025"/>
            <a:ext cx="7833064" cy="256573"/>
          </a:xfrm>
        </p:spPr>
        <p:txBody>
          <a:bodyPr/>
          <a:lstStyle>
            <a:lvl1pPr>
              <a:defRPr sz="1200">
                <a:solidFill>
                  <a:schemeClr val="bg1"/>
                </a:solidFill>
              </a:defRPr>
            </a:lvl1pPr>
          </a:lstStyle>
          <a:p>
            <a:pPr lvl="0"/>
            <a:r>
              <a:rPr lang="de-DE"/>
              <a:t>Mastertextformat bearbeiten</a:t>
            </a:r>
          </a:p>
        </p:txBody>
      </p:sp>
    </p:spTree>
    <p:extLst>
      <p:ext uri="{BB962C8B-B14F-4D97-AF65-F5344CB8AC3E}">
        <p14:creationId xmlns:p14="http://schemas.microsoft.com/office/powerpoint/2010/main" val="428276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Titelfolie_Shape_fix">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76E57C58-43E6-4DA0-BC7D-0DB0606AB59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Grafik 2">
            <a:extLst>
              <a:ext uri="{FF2B5EF4-FFF2-40B4-BE49-F238E27FC236}">
                <a16:creationId xmlns:a16="http://schemas.microsoft.com/office/drawing/2014/main" id="{94CFE8FF-710D-4BD6-BF09-5899F316B54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10" name="Titel 1">
            <a:extLst>
              <a:ext uri="{FF2B5EF4-FFF2-40B4-BE49-F238E27FC236}">
                <a16:creationId xmlns:a16="http://schemas.microsoft.com/office/drawing/2014/main" id="{1E516721-5786-4D57-87BF-FB724C98CD9E}"/>
              </a:ext>
            </a:extLst>
          </p:cNvPr>
          <p:cNvSpPr>
            <a:spLocks noGrp="1"/>
          </p:cNvSpPr>
          <p:nvPr>
            <p:ph type="ctrTitle"/>
          </p:nvPr>
        </p:nvSpPr>
        <p:spPr>
          <a:xfrm>
            <a:off x="609600" y="3716338"/>
            <a:ext cx="10972800" cy="1908957"/>
          </a:xfrm>
          <a:prstGeom prst="rect">
            <a:avLst/>
          </a:prstGeom>
        </p:spPr>
        <p:txBody>
          <a:bodyPr anchor="t"/>
          <a:lstStyle>
            <a:lvl1pPr algn="l">
              <a:defRPr sz="4400">
                <a:solidFill>
                  <a:schemeClr val="bg1"/>
                </a:solidFill>
              </a:defRPr>
            </a:lvl1pPr>
          </a:lstStyle>
          <a:p>
            <a:r>
              <a:rPr lang="de-DE"/>
              <a:t>Mastertitelformat bearbeiten</a:t>
            </a:r>
            <a:endParaRPr lang="de-DE" dirty="0"/>
          </a:p>
        </p:txBody>
      </p:sp>
      <p:sp>
        <p:nvSpPr>
          <p:cNvPr id="11" name="Untertitel 2">
            <a:extLst>
              <a:ext uri="{FF2B5EF4-FFF2-40B4-BE49-F238E27FC236}">
                <a16:creationId xmlns:a16="http://schemas.microsoft.com/office/drawing/2014/main" id="{67F963C2-5833-44AC-B450-8D1C60C751CB}"/>
              </a:ext>
            </a:extLst>
          </p:cNvPr>
          <p:cNvSpPr>
            <a:spLocks noGrp="1"/>
          </p:cNvSpPr>
          <p:nvPr>
            <p:ph type="subTitle" idx="1"/>
          </p:nvPr>
        </p:nvSpPr>
        <p:spPr>
          <a:xfrm>
            <a:off x="609600" y="2089150"/>
            <a:ext cx="10972800" cy="1404937"/>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9" name="Grafik 8"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CB286486-4081-46A3-8FB1-838C770D442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9600" y="404813"/>
            <a:ext cx="1980000" cy="660000"/>
          </a:xfrm>
          <a:prstGeom prst="rect">
            <a:avLst/>
          </a:prstGeom>
        </p:spPr>
      </p:pic>
      <p:sp>
        <p:nvSpPr>
          <p:cNvPr id="12" name="Textplatzhalter 2">
            <a:extLst>
              <a:ext uri="{FF2B5EF4-FFF2-40B4-BE49-F238E27FC236}">
                <a16:creationId xmlns:a16="http://schemas.microsoft.com/office/drawing/2014/main" id="{EDF80472-EDBA-4F61-808F-F1F3B41F7DD3}"/>
              </a:ext>
            </a:extLst>
          </p:cNvPr>
          <p:cNvSpPr>
            <a:spLocks noGrp="1"/>
          </p:cNvSpPr>
          <p:nvPr>
            <p:ph type="body" sz="quarter" idx="10"/>
          </p:nvPr>
        </p:nvSpPr>
        <p:spPr>
          <a:xfrm>
            <a:off x="609600" y="6312025"/>
            <a:ext cx="7833064" cy="256573"/>
          </a:xfrm>
        </p:spPr>
        <p:txBody>
          <a:bodyPr/>
          <a:lstStyle>
            <a:lvl1pPr>
              <a:defRPr sz="1200">
                <a:solidFill>
                  <a:schemeClr val="bg1"/>
                </a:solidFill>
              </a:defRPr>
            </a:lvl1pPr>
          </a:lstStyle>
          <a:p>
            <a:pPr lvl="0"/>
            <a:r>
              <a:rPr lang="de-DE"/>
              <a:t>Mastertextformat bearbeiten</a:t>
            </a:r>
          </a:p>
        </p:txBody>
      </p:sp>
    </p:spTree>
    <p:extLst>
      <p:ext uri="{BB962C8B-B14F-4D97-AF65-F5344CB8AC3E}">
        <p14:creationId xmlns:p14="http://schemas.microsoft.com/office/powerpoint/2010/main" val="45435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Titelfolie_Shape_fix">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76E57C58-43E6-4DA0-BC7D-0DB0606AB59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Grafik 2">
            <a:extLst>
              <a:ext uri="{FF2B5EF4-FFF2-40B4-BE49-F238E27FC236}">
                <a16:creationId xmlns:a16="http://schemas.microsoft.com/office/drawing/2014/main" id="{94CFE8FF-710D-4BD6-BF09-5899F316B54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10" name="Titel 1">
            <a:extLst>
              <a:ext uri="{FF2B5EF4-FFF2-40B4-BE49-F238E27FC236}">
                <a16:creationId xmlns:a16="http://schemas.microsoft.com/office/drawing/2014/main" id="{1E516721-5786-4D57-87BF-FB724C98CD9E}"/>
              </a:ext>
            </a:extLst>
          </p:cNvPr>
          <p:cNvSpPr>
            <a:spLocks noGrp="1"/>
          </p:cNvSpPr>
          <p:nvPr>
            <p:ph type="ctrTitle"/>
          </p:nvPr>
        </p:nvSpPr>
        <p:spPr>
          <a:xfrm>
            <a:off x="609600" y="3716338"/>
            <a:ext cx="10972800" cy="1908957"/>
          </a:xfrm>
          <a:prstGeom prst="rect">
            <a:avLst/>
          </a:prstGeom>
        </p:spPr>
        <p:txBody>
          <a:bodyPr anchor="t"/>
          <a:lstStyle>
            <a:lvl1pPr algn="l">
              <a:defRPr sz="4400">
                <a:solidFill>
                  <a:schemeClr val="bg1"/>
                </a:solidFill>
              </a:defRPr>
            </a:lvl1pPr>
          </a:lstStyle>
          <a:p>
            <a:r>
              <a:rPr lang="de-DE"/>
              <a:t>Mastertitelformat bearbeiten</a:t>
            </a:r>
            <a:endParaRPr lang="de-DE" dirty="0"/>
          </a:p>
        </p:txBody>
      </p:sp>
      <p:sp>
        <p:nvSpPr>
          <p:cNvPr id="11" name="Untertitel 2">
            <a:extLst>
              <a:ext uri="{FF2B5EF4-FFF2-40B4-BE49-F238E27FC236}">
                <a16:creationId xmlns:a16="http://schemas.microsoft.com/office/drawing/2014/main" id="{67F963C2-5833-44AC-B450-8D1C60C751CB}"/>
              </a:ext>
            </a:extLst>
          </p:cNvPr>
          <p:cNvSpPr>
            <a:spLocks noGrp="1"/>
          </p:cNvSpPr>
          <p:nvPr>
            <p:ph type="subTitle" idx="1"/>
          </p:nvPr>
        </p:nvSpPr>
        <p:spPr>
          <a:xfrm>
            <a:off x="609600" y="2089150"/>
            <a:ext cx="10972800" cy="1404937"/>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9" name="Grafik 8"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CB286486-4081-46A3-8FB1-838C770D442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9600" y="404813"/>
            <a:ext cx="1980000" cy="660000"/>
          </a:xfrm>
          <a:prstGeom prst="rect">
            <a:avLst/>
          </a:prstGeom>
        </p:spPr>
      </p:pic>
      <p:sp>
        <p:nvSpPr>
          <p:cNvPr id="12" name="Textplatzhalter 2">
            <a:extLst>
              <a:ext uri="{FF2B5EF4-FFF2-40B4-BE49-F238E27FC236}">
                <a16:creationId xmlns:a16="http://schemas.microsoft.com/office/drawing/2014/main" id="{EDF80472-EDBA-4F61-808F-F1F3B41F7DD3}"/>
              </a:ext>
            </a:extLst>
          </p:cNvPr>
          <p:cNvSpPr>
            <a:spLocks noGrp="1"/>
          </p:cNvSpPr>
          <p:nvPr>
            <p:ph type="body" sz="quarter" idx="10"/>
          </p:nvPr>
        </p:nvSpPr>
        <p:spPr>
          <a:xfrm>
            <a:off x="609600" y="6312025"/>
            <a:ext cx="7833064" cy="256573"/>
          </a:xfrm>
        </p:spPr>
        <p:txBody>
          <a:bodyPr/>
          <a:lstStyle>
            <a:lvl1pPr>
              <a:defRPr sz="1200">
                <a:solidFill>
                  <a:schemeClr val="bg1"/>
                </a:solidFill>
              </a:defRPr>
            </a:lvl1pPr>
          </a:lstStyle>
          <a:p>
            <a:pPr lvl="0"/>
            <a:r>
              <a:rPr lang="de-DE"/>
              <a:t>Mastertextformat bearbeiten</a:t>
            </a:r>
          </a:p>
        </p:txBody>
      </p:sp>
    </p:spTree>
    <p:extLst>
      <p:ext uri="{BB962C8B-B14F-4D97-AF65-F5344CB8AC3E}">
        <p14:creationId xmlns:p14="http://schemas.microsoft.com/office/powerpoint/2010/main" val="4242650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elfolie mit Bild_in Shape">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8DD5EDA3-D92A-4B08-8595-D60EA53E8AB5}"/>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Bildplatzhalter 19">
            <a:extLst>
              <a:ext uri="{FF2B5EF4-FFF2-40B4-BE49-F238E27FC236}">
                <a16:creationId xmlns:a16="http://schemas.microsoft.com/office/drawing/2014/main" id="{4455023C-E286-4137-97BF-103515D64345}"/>
              </a:ext>
            </a:extLst>
          </p:cNvPr>
          <p:cNvSpPr>
            <a:spLocks noGrp="1"/>
          </p:cNvSpPr>
          <p:nvPr>
            <p:ph type="pic" sz="quarter" idx="11"/>
          </p:nvPr>
        </p:nvSpPr>
        <p:spPr>
          <a:xfrm>
            <a:off x="4343400" y="-2729833"/>
            <a:ext cx="8487697" cy="8933116"/>
          </a:xfrm>
          <a:custGeom>
            <a:avLst/>
            <a:gdLst>
              <a:gd name="connsiteX0" fmla="*/ 14132540 w 14132540"/>
              <a:gd name="connsiteY0" fmla="*/ 0 h 14874190"/>
              <a:gd name="connsiteX1" fmla="*/ 14132540 w 14132540"/>
              <a:gd name="connsiteY1" fmla="*/ 8549569 h 14874190"/>
              <a:gd name="connsiteX2" fmla="*/ 7807920 w 14132540"/>
              <a:gd name="connsiteY2" fmla="*/ 14874190 h 14874190"/>
              <a:gd name="connsiteX3" fmla="*/ 1318488 w 14132540"/>
              <a:gd name="connsiteY3" fmla="*/ 14874190 h 14874190"/>
              <a:gd name="connsiteX4" fmla="*/ 0 w 14132540"/>
              <a:gd name="connsiteY4" fmla="*/ 7437096 h 14874190"/>
              <a:gd name="connsiteX5" fmla="*/ 6695444 w 14132540"/>
              <a:gd name="connsiteY5" fmla="*/ 7437096 h 14874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32540" h="14874190">
                <a:moveTo>
                  <a:pt x="14132540" y="0"/>
                </a:moveTo>
                <a:lnTo>
                  <a:pt x="14132540" y="8549569"/>
                </a:lnTo>
                <a:lnTo>
                  <a:pt x="7807920" y="14874190"/>
                </a:lnTo>
                <a:lnTo>
                  <a:pt x="1318488" y="14874190"/>
                </a:lnTo>
                <a:lnTo>
                  <a:pt x="0" y="7437096"/>
                </a:lnTo>
                <a:lnTo>
                  <a:pt x="6695444" y="7437096"/>
                </a:lnTo>
                <a:close/>
              </a:path>
            </a:pathLst>
          </a:custGeom>
          <a:solidFill>
            <a:schemeClr val="bg2">
              <a:lumMod val="95000"/>
            </a:schemeClr>
          </a:solidFill>
        </p:spPr>
        <p:txBody>
          <a:bodyPr wrap="square">
            <a:noAutofit/>
          </a:bodyPr>
          <a:lstStyle/>
          <a:p>
            <a:r>
              <a:rPr lang="de-DE"/>
              <a:t>Bild durch Klicken auf Symbol hinzufügen</a:t>
            </a:r>
            <a:endParaRPr lang="en-US" dirty="0"/>
          </a:p>
        </p:txBody>
      </p:sp>
      <p:sp>
        <p:nvSpPr>
          <p:cNvPr id="11" name="Titel 1">
            <a:extLst>
              <a:ext uri="{FF2B5EF4-FFF2-40B4-BE49-F238E27FC236}">
                <a16:creationId xmlns:a16="http://schemas.microsoft.com/office/drawing/2014/main" id="{5660C67F-FED1-4A52-8BB6-681602854CA7}"/>
              </a:ext>
            </a:extLst>
          </p:cNvPr>
          <p:cNvSpPr>
            <a:spLocks noGrp="1"/>
          </p:cNvSpPr>
          <p:nvPr>
            <p:ph type="ctrTitle"/>
          </p:nvPr>
        </p:nvSpPr>
        <p:spPr>
          <a:xfrm>
            <a:off x="609600" y="3429000"/>
            <a:ext cx="3733800" cy="2196296"/>
          </a:xfrm>
          <a:prstGeom prst="rect">
            <a:avLst/>
          </a:prstGeom>
        </p:spPr>
        <p:txBody>
          <a:bodyPr anchor="t"/>
          <a:lstStyle>
            <a:lvl1pPr algn="l">
              <a:defRPr sz="4400">
                <a:solidFill>
                  <a:schemeClr val="bg1"/>
                </a:solidFill>
              </a:defRPr>
            </a:lvl1pPr>
          </a:lstStyle>
          <a:p>
            <a:r>
              <a:rPr lang="de-DE"/>
              <a:t>Mastertitelformat bearbeiten</a:t>
            </a:r>
            <a:endParaRPr lang="de-DE" dirty="0"/>
          </a:p>
        </p:txBody>
      </p:sp>
      <p:sp>
        <p:nvSpPr>
          <p:cNvPr id="12" name="Untertitel 2">
            <a:extLst>
              <a:ext uri="{FF2B5EF4-FFF2-40B4-BE49-F238E27FC236}">
                <a16:creationId xmlns:a16="http://schemas.microsoft.com/office/drawing/2014/main" id="{1479E72A-70A9-4EE1-A77B-8E907C4A2D7A}"/>
              </a:ext>
            </a:extLst>
          </p:cNvPr>
          <p:cNvSpPr>
            <a:spLocks noGrp="1"/>
          </p:cNvSpPr>
          <p:nvPr>
            <p:ph type="subTitle" idx="1"/>
          </p:nvPr>
        </p:nvSpPr>
        <p:spPr>
          <a:xfrm>
            <a:off x="609600" y="1736725"/>
            <a:ext cx="3733800" cy="1404937"/>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14" name="Grafik 13"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2ABD550D-91E8-47A8-B795-738A4BCA960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9600" y="404813"/>
            <a:ext cx="1980000" cy="660000"/>
          </a:xfrm>
          <a:prstGeom prst="rect">
            <a:avLst/>
          </a:prstGeom>
        </p:spPr>
      </p:pic>
      <p:sp>
        <p:nvSpPr>
          <p:cNvPr id="8" name="Textplatzhalter 2">
            <a:extLst>
              <a:ext uri="{FF2B5EF4-FFF2-40B4-BE49-F238E27FC236}">
                <a16:creationId xmlns:a16="http://schemas.microsoft.com/office/drawing/2014/main" id="{085D84F3-0188-409A-9BD3-30A16A8588EE}"/>
              </a:ext>
            </a:extLst>
          </p:cNvPr>
          <p:cNvSpPr>
            <a:spLocks noGrp="1"/>
          </p:cNvSpPr>
          <p:nvPr>
            <p:ph type="body" sz="quarter" idx="10"/>
          </p:nvPr>
        </p:nvSpPr>
        <p:spPr>
          <a:xfrm>
            <a:off x="609600" y="6312025"/>
            <a:ext cx="7833064" cy="256573"/>
          </a:xfrm>
        </p:spPr>
        <p:txBody>
          <a:bodyPr/>
          <a:lstStyle>
            <a:lvl1pPr>
              <a:defRPr sz="1200">
                <a:solidFill>
                  <a:schemeClr val="bg1"/>
                </a:solidFill>
              </a:defRPr>
            </a:lvl1pPr>
          </a:lstStyle>
          <a:p>
            <a:pPr lvl="0"/>
            <a:r>
              <a:rPr lang="de-DE"/>
              <a:t>Mastertextformat bearbeiten</a:t>
            </a:r>
          </a:p>
        </p:txBody>
      </p:sp>
    </p:spTree>
    <p:extLst>
      <p:ext uri="{BB962C8B-B14F-4D97-AF65-F5344CB8AC3E}">
        <p14:creationId xmlns:p14="http://schemas.microsoft.com/office/powerpoint/2010/main" val="38846083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elfolie_mit Bild rechts">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8DD5EDA3-D92A-4B08-8595-D60EA53E8AB5}"/>
              </a:ext>
              <a:ext uri="{C183D7F6-B498-43B3-948B-1728B52AA6E4}">
                <adec:decorative xmlns:adec="http://schemas.microsoft.com/office/drawing/2017/decorative" val="1"/>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itel 1">
            <a:extLst>
              <a:ext uri="{FF2B5EF4-FFF2-40B4-BE49-F238E27FC236}">
                <a16:creationId xmlns:a16="http://schemas.microsoft.com/office/drawing/2014/main" id="{5660C67F-FED1-4A52-8BB6-681602854CA7}"/>
              </a:ext>
            </a:extLst>
          </p:cNvPr>
          <p:cNvSpPr>
            <a:spLocks noGrp="1"/>
          </p:cNvSpPr>
          <p:nvPr>
            <p:ph type="ctrTitle"/>
          </p:nvPr>
        </p:nvSpPr>
        <p:spPr>
          <a:xfrm>
            <a:off x="609600" y="3429000"/>
            <a:ext cx="3733800" cy="2196296"/>
          </a:xfrm>
          <a:prstGeom prst="rect">
            <a:avLst/>
          </a:prstGeom>
        </p:spPr>
        <p:txBody>
          <a:bodyPr anchor="t"/>
          <a:lstStyle>
            <a:lvl1pPr algn="l">
              <a:defRPr sz="4400">
                <a:solidFill>
                  <a:schemeClr val="bg1"/>
                </a:solidFill>
              </a:defRPr>
            </a:lvl1pPr>
          </a:lstStyle>
          <a:p>
            <a:r>
              <a:rPr lang="de-DE"/>
              <a:t>Mastertitelformat bearbeiten</a:t>
            </a:r>
            <a:endParaRPr lang="de-DE" dirty="0"/>
          </a:p>
        </p:txBody>
      </p:sp>
      <p:sp>
        <p:nvSpPr>
          <p:cNvPr id="12" name="Untertitel 2">
            <a:extLst>
              <a:ext uri="{FF2B5EF4-FFF2-40B4-BE49-F238E27FC236}">
                <a16:creationId xmlns:a16="http://schemas.microsoft.com/office/drawing/2014/main" id="{1479E72A-70A9-4EE1-A77B-8E907C4A2D7A}"/>
              </a:ext>
            </a:extLst>
          </p:cNvPr>
          <p:cNvSpPr>
            <a:spLocks noGrp="1"/>
          </p:cNvSpPr>
          <p:nvPr>
            <p:ph type="subTitle" idx="1"/>
          </p:nvPr>
        </p:nvSpPr>
        <p:spPr>
          <a:xfrm>
            <a:off x="609600" y="1736725"/>
            <a:ext cx="3733800" cy="1404937"/>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14" name="Grafik 13"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2ABD550D-91E8-47A8-B795-738A4BCA960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9600" y="404813"/>
            <a:ext cx="1980000" cy="660000"/>
          </a:xfrm>
          <a:prstGeom prst="rect">
            <a:avLst/>
          </a:prstGeom>
        </p:spPr>
      </p:pic>
      <p:sp>
        <p:nvSpPr>
          <p:cNvPr id="18" name="Bildplatzhalter 17">
            <a:extLst>
              <a:ext uri="{FF2B5EF4-FFF2-40B4-BE49-F238E27FC236}">
                <a16:creationId xmlns:a16="http://schemas.microsoft.com/office/drawing/2014/main" id="{BBB40F93-65D6-4149-B050-3391578239F4}"/>
              </a:ext>
            </a:extLst>
          </p:cNvPr>
          <p:cNvSpPr>
            <a:spLocks noGrp="1"/>
          </p:cNvSpPr>
          <p:nvPr>
            <p:ph type="pic" sz="quarter" idx="11"/>
          </p:nvPr>
        </p:nvSpPr>
        <p:spPr>
          <a:xfrm>
            <a:off x="4562475" y="-1"/>
            <a:ext cx="11220449" cy="6867666"/>
          </a:xfrm>
          <a:custGeom>
            <a:avLst/>
            <a:gdLst>
              <a:gd name="connsiteX0" fmla="*/ 0 w 11204656"/>
              <a:gd name="connsiteY0" fmla="*/ 0 h 6858000"/>
              <a:gd name="connsiteX1" fmla="*/ 11204656 w 11204656"/>
              <a:gd name="connsiteY1" fmla="*/ 0 h 6858000"/>
              <a:gd name="connsiteX2" fmla="*/ 11204656 w 11204656"/>
              <a:gd name="connsiteY2" fmla="*/ 6858000 h 6858000"/>
              <a:gd name="connsiteX3" fmla="*/ 1215824 w 112046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204656" h="6858000">
                <a:moveTo>
                  <a:pt x="0" y="0"/>
                </a:moveTo>
                <a:lnTo>
                  <a:pt x="11204656" y="0"/>
                </a:lnTo>
                <a:lnTo>
                  <a:pt x="11204656" y="6858000"/>
                </a:lnTo>
                <a:lnTo>
                  <a:pt x="1215824" y="6858000"/>
                </a:lnTo>
                <a:close/>
              </a:path>
            </a:pathLst>
          </a:custGeom>
          <a:solidFill>
            <a:schemeClr val="bg2">
              <a:lumMod val="95000"/>
            </a:schemeClr>
          </a:solidFill>
        </p:spPr>
        <p:txBody>
          <a:bodyPr wrap="square">
            <a:noAutofit/>
          </a:bodyPr>
          <a:lstStyle/>
          <a:p>
            <a:r>
              <a:rPr lang="de-DE"/>
              <a:t>Bild durch Klicken auf Symbol hinzufügen</a:t>
            </a:r>
            <a:endParaRPr lang="en-US"/>
          </a:p>
        </p:txBody>
      </p:sp>
      <p:sp>
        <p:nvSpPr>
          <p:cNvPr id="8" name="Textplatzhalter 2">
            <a:extLst>
              <a:ext uri="{FF2B5EF4-FFF2-40B4-BE49-F238E27FC236}">
                <a16:creationId xmlns:a16="http://schemas.microsoft.com/office/drawing/2014/main" id="{30C08A1F-7110-46BF-80E3-5D4C85378259}"/>
              </a:ext>
            </a:extLst>
          </p:cNvPr>
          <p:cNvSpPr>
            <a:spLocks noGrp="1"/>
          </p:cNvSpPr>
          <p:nvPr>
            <p:ph type="body" sz="quarter" idx="10"/>
          </p:nvPr>
        </p:nvSpPr>
        <p:spPr>
          <a:xfrm>
            <a:off x="609600" y="6312025"/>
            <a:ext cx="7833064" cy="256573"/>
          </a:xfrm>
        </p:spPr>
        <p:txBody>
          <a:bodyPr/>
          <a:lstStyle>
            <a:lvl1pPr>
              <a:defRPr sz="1200">
                <a:solidFill>
                  <a:schemeClr val="bg1"/>
                </a:solidFill>
              </a:defRPr>
            </a:lvl1pPr>
          </a:lstStyle>
          <a:p>
            <a:pPr lvl="0"/>
            <a:r>
              <a:rPr lang="de-DE"/>
              <a:t>Mastertextformat bearbeiten</a:t>
            </a:r>
          </a:p>
        </p:txBody>
      </p:sp>
    </p:spTree>
    <p:extLst>
      <p:ext uri="{BB962C8B-B14F-4D97-AF65-F5344CB8AC3E}">
        <p14:creationId xmlns:p14="http://schemas.microsoft.com/office/powerpoint/2010/main" val="19429797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elfolie_mit_Bild_rechts">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8DD5EDA3-D92A-4B08-8595-D60EA53E8AB5}"/>
              </a:ext>
              <a:ext uri="{C183D7F6-B498-43B3-948B-1728B52AA6E4}">
                <adec:decorative xmlns:adec="http://schemas.microsoft.com/office/drawing/2017/decorative" val="1"/>
              </a:ext>
            </a:extLst>
          </p:cNvPr>
          <p:cNvSpPr/>
          <p:nvPr userDrawn="1"/>
        </p:nvSpPr>
        <p:spPr>
          <a:xfrm>
            <a:off x="-39666" y="-23814"/>
            <a:ext cx="8836004" cy="694097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0 h 6858000"/>
              <a:gd name="connsiteX1" fmla="*/ 7251700 w 12192000"/>
              <a:gd name="connsiteY1" fmla="*/ 12700 h 6858000"/>
              <a:gd name="connsiteX2" fmla="*/ 12192000 w 12192000"/>
              <a:gd name="connsiteY2" fmla="*/ 6858000 h 6858000"/>
              <a:gd name="connsiteX3" fmla="*/ 0 w 12192000"/>
              <a:gd name="connsiteY3" fmla="*/ 6858000 h 6858000"/>
              <a:gd name="connsiteX4" fmla="*/ 0 w 12192000"/>
              <a:gd name="connsiteY4" fmla="*/ 0 h 6858000"/>
              <a:gd name="connsiteX0" fmla="*/ 0 w 7785100"/>
              <a:gd name="connsiteY0" fmla="*/ 0 h 6858000"/>
              <a:gd name="connsiteX1" fmla="*/ 7251700 w 7785100"/>
              <a:gd name="connsiteY1" fmla="*/ 12700 h 6858000"/>
              <a:gd name="connsiteX2" fmla="*/ 7785100 w 7785100"/>
              <a:gd name="connsiteY2" fmla="*/ 6832600 h 6858000"/>
              <a:gd name="connsiteX3" fmla="*/ 0 w 7785100"/>
              <a:gd name="connsiteY3" fmla="*/ 6858000 h 6858000"/>
              <a:gd name="connsiteX4" fmla="*/ 0 w 7785100"/>
              <a:gd name="connsiteY4" fmla="*/ 0 h 6858000"/>
              <a:gd name="connsiteX0" fmla="*/ 0 w 8682083"/>
              <a:gd name="connsiteY0" fmla="*/ 0 h 6858000"/>
              <a:gd name="connsiteX1" fmla="*/ 8148683 w 8682083"/>
              <a:gd name="connsiteY1" fmla="*/ 12700 h 6858000"/>
              <a:gd name="connsiteX2" fmla="*/ 8682083 w 8682083"/>
              <a:gd name="connsiteY2" fmla="*/ 6832600 h 6858000"/>
              <a:gd name="connsiteX3" fmla="*/ 896983 w 8682083"/>
              <a:gd name="connsiteY3" fmla="*/ 6858000 h 6858000"/>
              <a:gd name="connsiteX4" fmla="*/ 0 w 8682083"/>
              <a:gd name="connsiteY4" fmla="*/ 0 h 6858000"/>
              <a:gd name="connsiteX0" fmla="*/ 26126 w 8708209"/>
              <a:gd name="connsiteY0" fmla="*/ 0 h 6840583"/>
              <a:gd name="connsiteX1" fmla="*/ 8174809 w 8708209"/>
              <a:gd name="connsiteY1" fmla="*/ 12700 h 6840583"/>
              <a:gd name="connsiteX2" fmla="*/ 8708209 w 8708209"/>
              <a:gd name="connsiteY2" fmla="*/ 6832600 h 6840583"/>
              <a:gd name="connsiteX3" fmla="*/ 0 w 8708209"/>
              <a:gd name="connsiteY3" fmla="*/ 6840583 h 6840583"/>
              <a:gd name="connsiteX4" fmla="*/ 26126 w 8708209"/>
              <a:gd name="connsiteY4" fmla="*/ 0 h 6840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08209" h="6840583">
                <a:moveTo>
                  <a:pt x="26126" y="0"/>
                </a:moveTo>
                <a:lnTo>
                  <a:pt x="8174809" y="12700"/>
                </a:lnTo>
                <a:lnTo>
                  <a:pt x="8708209" y="6832600"/>
                </a:lnTo>
                <a:lnTo>
                  <a:pt x="0" y="6840583"/>
                </a:lnTo>
                <a:cubicBezTo>
                  <a:pt x="8709" y="4560389"/>
                  <a:pt x="17417" y="2280194"/>
                  <a:pt x="26126"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   </a:t>
            </a:r>
          </a:p>
        </p:txBody>
      </p:sp>
      <p:sp>
        <p:nvSpPr>
          <p:cNvPr id="11" name="Titel 1">
            <a:extLst>
              <a:ext uri="{FF2B5EF4-FFF2-40B4-BE49-F238E27FC236}">
                <a16:creationId xmlns:a16="http://schemas.microsoft.com/office/drawing/2014/main" id="{5660C67F-FED1-4A52-8BB6-681602854CA7}"/>
              </a:ext>
            </a:extLst>
          </p:cNvPr>
          <p:cNvSpPr>
            <a:spLocks noGrp="1"/>
          </p:cNvSpPr>
          <p:nvPr>
            <p:ph type="ctrTitle"/>
          </p:nvPr>
        </p:nvSpPr>
        <p:spPr>
          <a:xfrm>
            <a:off x="609599" y="3429000"/>
            <a:ext cx="6530975" cy="2196296"/>
          </a:xfrm>
          <a:prstGeom prst="rect">
            <a:avLst/>
          </a:prstGeom>
        </p:spPr>
        <p:txBody>
          <a:bodyPr anchor="t"/>
          <a:lstStyle>
            <a:lvl1pPr algn="l">
              <a:defRPr sz="4400">
                <a:solidFill>
                  <a:schemeClr val="bg1"/>
                </a:solidFill>
              </a:defRPr>
            </a:lvl1pPr>
          </a:lstStyle>
          <a:p>
            <a:r>
              <a:rPr lang="de-DE"/>
              <a:t>Mastertitelformat bearbeiten</a:t>
            </a:r>
            <a:endParaRPr lang="de-DE" dirty="0"/>
          </a:p>
        </p:txBody>
      </p:sp>
      <p:sp>
        <p:nvSpPr>
          <p:cNvPr id="12" name="Untertitel 2">
            <a:extLst>
              <a:ext uri="{FF2B5EF4-FFF2-40B4-BE49-F238E27FC236}">
                <a16:creationId xmlns:a16="http://schemas.microsoft.com/office/drawing/2014/main" id="{1479E72A-70A9-4EE1-A77B-8E907C4A2D7A}"/>
              </a:ext>
            </a:extLst>
          </p:cNvPr>
          <p:cNvSpPr>
            <a:spLocks noGrp="1"/>
          </p:cNvSpPr>
          <p:nvPr>
            <p:ph type="subTitle" idx="1"/>
          </p:nvPr>
        </p:nvSpPr>
        <p:spPr>
          <a:xfrm>
            <a:off x="609599" y="1736725"/>
            <a:ext cx="6315075" cy="1404937"/>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14" name="Grafik 13"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2ABD550D-91E8-47A8-B795-738A4BCA960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9600" y="404813"/>
            <a:ext cx="1980000" cy="660000"/>
          </a:xfrm>
          <a:prstGeom prst="rect">
            <a:avLst/>
          </a:prstGeom>
        </p:spPr>
      </p:pic>
      <p:sp>
        <p:nvSpPr>
          <p:cNvPr id="18" name="Bildplatzhalter 17">
            <a:extLst>
              <a:ext uri="{FF2B5EF4-FFF2-40B4-BE49-F238E27FC236}">
                <a16:creationId xmlns:a16="http://schemas.microsoft.com/office/drawing/2014/main" id="{BBB40F93-65D6-4149-B050-3391578239F4}"/>
              </a:ext>
            </a:extLst>
          </p:cNvPr>
          <p:cNvSpPr>
            <a:spLocks noGrp="1"/>
          </p:cNvSpPr>
          <p:nvPr>
            <p:ph type="pic" sz="quarter" idx="11"/>
          </p:nvPr>
        </p:nvSpPr>
        <p:spPr>
          <a:xfrm>
            <a:off x="7254875" y="-1"/>
            <a:ext cx="4937125" cy="6867666"/>
          </a:xfrm>
          <a:custGeom>
            <a:avLst/>
            <a:gdLst>
              <a:gd name="connsiteX0" fmla="*/ 0 w 11204656"/>
              <a:gd name="connsiteY0" fmla="*/ 0 h 6858000"/>
              <a:gd name="connsiteX1" fmla="*/ 11204656 w 11204656"/>
              <a:gd name="connsiteY1" fmla="*/ 0 h 6858000"/>
              <a:gd name="connsiteX2" fmla="*/ 11204656 w 11204656"/>
              <a:gd name="connsiteY2" fmla="*/ 6858000 h 6858000"/>
              <a:gd name="connsiteX3" fmla="*/ 1215824 w 112046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204656" h="6858000">
                <a:moveTo>
                  <a:pt x="0" y="0"/>
                </a:moveTo>
                <a:lnTo>
                  <a:pt x="11204656" y="0"/>
                </a:lnTo>
                <a:lnTo>
                  <a:pt x="11204656" y="6858000"/>
                </a:lnTo>
                <a:lnTo>
                  <a:pt x="1215824" y="6858000"/>
                </a:lnTo>
                <a:close/>
              </a:path>
            </a:pathLst>
          </a:custGeom>
          <a:solidFill>
            <a:schemeClr val="bg2">
              <a:lumMod val="95000"/>
            </a:schemeClr>
          </a:solidFill>
        </p:spPr>
        <p:txBody>
          <a:bodyPr wrap="square">
            <a:noAutofit/>
          </a:bodyPr>
          <a:lstStyle/>
          <a:p>
            <a:r>
              <a:rPr lang="de-DE"/>
              <a:t>Bild durch Klicken auf Symbol hinzufügen</a:t>
            </a:r>
            <a:endParaRPr lang="en-US"/>
          </a:p>
        </p:txBody>
      </p:sp>
      <p:sp>
        <p:nvSpPr>
          <p:cNvPr id="8" name="Textplatzhalter 2">
            <a:extLst>
              <a:ext uri="{FF2B5EF4-FFF2-40B4-BE49-F238E27FC236}">
                <a16:creationId xmlns:a16="http://schemas.microsoft.com/office/drawing/2014/main" id="{30C08A1F-7110-46BF-80E3-5D4C85378259}"/>
              </a:ext>
            </a:extLst>
          </p:cNvPr>
          <p:cNvSpPr>
            <a:spLocks noGrp="1"/>
          </p:cNvSpPr>
          <p:nvPr>
            <p:ph type="body" sz="quarter" idx="10"/>
          </p:nvPr>
        </p:nvSpPr>
        <p:spPr>
          <a:xfrm>
            <a:off x="609600" y="6312025"/>
            <a:ext cx="6530975" cy="256573"/>
          </a:xfrm>
        </p:spPr>
        <p:txBody>
          <a:bodyPr/>
          <a:lstStyle>
            <a:lvl1pPr>
              <a:defRPr sz="1200">
                <a:solidFill>
                  <a:schemeClr val="bg1"/>
                </a:solidFill>
              </a:defRPr>
            </a:lvl1pPr>
          </a:lstStyle>
          <a:p>
            <a:pPr lvl="0"/>
            <a:r>
              <a:rPr lang="de-DE"/>
              <a:t>Mastertextformat bearbeiten</a:t>
            </a:r>
          </a:p>
        </p:txBody>
      </p:sp>
    </p:spTree>
    <p:extLst>
      <p:ext uri="{BB962C8B-B14F-4D97-AF65-F5344CB8AC3E}">
        <p14:creationId xmlns:p14="http://schemas.microsoft.com/office/powerpoint/2010/main" val="11372899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1_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AE24BA-B819-4480-B7C5-BEEF871BD6FB}"/>
              </a:ext>
            </a:extLst>
          </p:cNvPr>
          <p:cNvSpPr>
            <a:spLocks noGrp="1"/>
          </p:cNvSpPr>
          <p:nvPr>
            <p:ph type="title"/>
          </p:nvPr>
        </p:nvSpPr>
        <p:spPr>
          <a:xfrm>
            <a:off x="609600" y="404813"/>
            <a:ext cx="10972800" cy="647700"/>
          </a:xfrm>
          <a:prstGeom prst="rect">
            <a:avLst/>
          </a:prstGeom>
        </p:spPr>
        <p:txBody>
          <a:bodyPr/>
          <a:lstStyle/>
          <a:p>
            <a:r>
              <a:rPr lang="de-DE"/>
              <a:t>Mastertitelformat bearbeiten</a:t>
            </a:r>
            <a:endParaRPr lang="de-DE" dirty="0"/>
          </a:p>
        </p:txBody>
      </p:sp>
      <p:sp>
        <p:nvSpPr>
          <p:cNvPr id="3" name="Inhaltsplatzhalter 2">
            <a:extLst>
              <a:ext uri="{FF2B5EF4-FFF2-40B4-BE49-F238E27FC236}">
                <a16:creationId xmlns:a16="http://schemas.microsoft.com/office/drawing/2014/main" id="{78EAB754-52DE-483E-9141-006ADE499887}"/>
              </a:ext>
            </a:extLst>
          </p:cNvPr>
          <p:cNvSpPr>
            <a:spLocks noGrp="1"/>
          </p:cNvSpPr>
          <p:nvPr>
            <p:ph idx="1"/>
          </p:nvPr>
        </p:nvSpPr>
        <p:spPr>
          <a:xfrm>
            <a:off x="609599" y="1736725"/>
            <a:ext cx="10972801" cy="41052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2256329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Inhalte">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5"/>
            <a:ext cx="5378450" cy="41052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Inhaltsplatzhalter 3">
            <a:extLst>
              <a:ext uri="{FF2B5EF4-FFF2-40B4-BE49-F238E27FC236}">
                <a16:creationId xmlns:a16="http://schemas.microsoft.com/office/drawing/2014/main" id="{C071CA00-13E3-4CD8-95FE-107C69DD6BC1}"/>
              </a:ext>
            </a:extLst>
          </p:cNvPr>
          <p:cNvSpPr>
            <a:spLocks noGrp="1"/>
          </p:cNvSpPr>
          <p:nvPr>
            <p:ph sz="half" idx="2"/>
          </p:nvPr>
        </p:nvSpPr>
        <p:spPr>
          <a:xfrm>
            <a:off x="6203950" y="1736725"/>
            <a:ext cx="5378450" cy="41052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Titel 4">
            <a:extLst>
              <a:ext uri="{FF2B5EF4-FFF2-40B4-BE49-F238E27FC236}">
                <a16:creationId xmlns:a16="http://schemas.microsoft.com/office/drawing/2014/main" id="{B05E3CC9-E682-422B-B7B9-2A2A3E013BFA}"/>
              </a:ext>
            </a:extLst>
          </p:cNvPr>
          <p:cNvSpPr>
            <a:spLocks noGrp="1"/>
          </p:cNvSpPr>
          <p:nvPr>
            <p:ph type="title"/>
          </p:nvPr>
        </p:nvSpPr>
        <p:spPr/>
        <p:txBody>
          <a:bodyPr/>
          <a:lstStyle/>
          <a:p>
            <a:r>
              <a:rPr lang="de-DE"/>
              <a:t>Mastertitelformat bearbeiten</a:t>
            </a:r>
            <a:endParaRPr lang="en-US"/>
          </a:p>
        </p:txBody>
      </p:sp>
    </p:spTree>
    <p:extLst>
      <p:ext uri="{BB962C8B-B14F-4D97-AF65-F5344CB8AC3E}">
        <p14:creationId xmlns:p14="http://schemas.microsoft.com/office/powerpoint/2010/main" val="27518822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Inhalte - Text + Bi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09600" y="404813"/>
            <a:ext cx="5378450" cy="647700"/>
          </a:xfrm>
          <a:prstGeom prst="rect">
            <a:avLst/>
          </a:prstGeom>
        </p:spPr>
        <p:txBody>
          <a:bodyPr/>
          <a:lstStyle/>
          <a:p>
            <a:r>
              <a:rPr lang="de-DE"/>
              <a:t>Mastertitelformat bearbeiten</a:t>
            </a:r>
            <a:endParaRPr lang="de-DE" dirty="0"/>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6"/>
            <a:ext cx="5378450" cy="38877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6" name="Bildplatzhalter 5">
            <a:extLst>
              <a:ext uri="{FF2B5EF4-FFF2-40B4-BE49-F238E27FC236}">
                <a16:creationId xmlns:a16="http://schemas.microsoft.com/office/drawing/2014/main" id="{C2538BF5-19DF-4B5C-80A3-4548339C13BE}"/>
              </a:ext>
            </a:extLst>
          </p:cNvPr>
          <p:cNvSpPr>
            <a:spLocks noGrp="1"/>
          </p:cNvSpPr>
          <p:nvPr>
            <p:ph type="pic" sz="quarter" idx="11"/>
          </p:nvPr>
        </p:nvSpPr>
        <p:spPr>
          <a:xfrm>
            <a:off x="6203951" y="404813"/>
            <a:ext cx="5378450" cy="5219700"/>
          </a:xfrm>
          <a:solidFill>
            <a:schemeClr val="accent2">
              <a:lumMod val="20000"/>
              <a:lumOff val="80000"/>
            </a:schemeClr>
          </a:solidFill>
        </p:spPr>
        <p:txBody>
          <a:bodyPr/>
          <a:lstStyle/>
          <a:p>
            <a:r>
              <a:rPr lang="de-DE"/>
              <a:t>Bild durch Klicken auf Symbol hinzufügen</a:t>
            </a:r>
            <a:endParaRPr lang="de-DE" dirty="0"/>
          </a:p>
        </p:txBody>
      </p:sp>
      <p:sp>
        <p:nvSpPr>
          <p:cNvPr id="7" name="Textplatzhalter 6">
            <a:extLst>
              <a:ext uri="{FF2B5EF4-FFF2-40B4-BE49-F238E27FC236}">
                <a16:creationId xmlns:a16="http://schemas.microsoft.com/office/drawing/2014/main" id="{A0BE6F2D-5EC5-4864-A9A0-FC3ECA391A2B}"/>
              </a:ext>
            </a:extLst>
          </p:cNvPr>
          <p:cNvSpPr>
            <a:spLocks noGrp="1"/>
          </p:cNvSpPr>
          <p:nvPr>
            <p:ph type="body" sz="quarter" idx="12" hasCustomPrompt="1"/>
          </p:nvPr>
        </p:nvSpPr>
        <p:spPr>
          <a:xfrm>
            <a:off x="6203950" y="5624513"/>
            <a:ext cx="5378449"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20352380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09600" y="404813"/>
            <a:ext cx="10972800" cy="647700"/>
          </a:xfrm>
          <a:prstGeom prst="rect">
            <a:avLst/>
          </a:prstGeom>
        </p:spPr>
        <p:txBody>
          <a:bodyPr/>
          <a:lstStyle/>
          <a:p>
            <a:r>
              <a:rPr lang="de-DE"/>
              <a:t>Mastertitelformat bearbeiten</a:t>
            </a:r>
            <a:endParaRPr lang="de-DE" dirty="0"/>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5"/>
            <a:ext cx="3506788" cy="41052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Inhaltsplatzhalter 3">
            <a:extLst>
              <a:ext uri="{FF2B5EF4-FFF2-40B4-BE49-F238E27FC236}">
                <a16:creationId xmlns:a16="http://schemas.microsoft.com/office/drawing/2014/main" id="{C071CA00-13E3-4CD8-95FE-107C69DD6BC1}"/>
              </a:ext>
            </a:extLst>
          </p:cNvPr>
          <p:cNvSpPr>
            <a:spLocks noGrp="1"/>
          </p:cNvSpPr>
          <p:nvPr>
            <p:ph sz="half" idx="2"/>
          </p:nvPr>
        </p:nvSpPr>
        <p:spPr>
          <a:xfrm>
            <a:off x="4343399" y="1736725"/>
            <a:ext cx="3516313" cy="41052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6" name="Inhaltsplatzhalter 5">
            <a:extLst>
              <a:ext uri="{FF2B5EF4-FFF2-40B4-BE49-F238E27FC236}">
                <a16:creationId xmlns:a16="http://schemas.microsoft.com/office/drawing/2014/main" id="{42870569-2112-4A6F-963E-3D12B28F16F4}"/>
              </a:ext>
            </a:extLst>
          </p:cNvPr>
          <p:cNvSpPr>
            <a:spLocks noGrp="1"/>
          </p:cNvSpPr>
          <p:nvPr>
            <p:ph sz="quarter" idx="10"/>
          </p:nvPr>
        </p:nvSpPr>
        <p:spPr>
          <a:xfrm>
            <a:off x="8075613" y="1736724"/>
            <a:ext cx="3506787" cy="41052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3235066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Inhalte - Text + Bi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404814"/>
            <a:ext cx="3506788" cy="275507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Bildplatzhalter 5">
            <a:extLst>
              <a:ext uri="{FF2B5EF4-FFF2-40B4-BE49-F238E27FC236}">
                <a16:creationId xmlns:a16="http://schemas.microsoft.com/office/drawing/2014/main" id="{CBECC23C-3AC7-4872-8833-394650436FF1}"/>
              </a:ext>
            </a:extLst>
          </p:cNvPr>
          <p:cNvSpPr>
            <a:spLocks noGrp="1"/>
          </p:cNvSpPr>
          <p:nvPr>
            <p:ph type="pic" sz="quarter" idx="13"/>
          </p:nvPr>
        </p:nvSpPr>
        <p:spPr>
          <a:xfrm>
            <a:off x="609600" y="3429000"/>
            <a:ext cx="3506788" cy="2195513"/>
          </a:xfrm>
          <a:solidFill>
            <a:schemeClr val="accent2">
              <a:lumMod val="20000"/>
              <a:lumOff val="80000"/>
            </a:schemeClr>
          </a:solidFill>
        </p:spPr>
        <p:txBody>
          <a:bodyPr/>
          <a:lstStyle/>
          <a:p>
            <a:r>
              <a:rPr lang="de-DE"/>
              <a:t>Bild durch Klicken auf Symbol hinzufügen</a:t>
            </a:r>
            <a:endParaRPr lang="de-DE" dirty="0"/>
          </a:p>
        </p:txBody>
      </p:sp>
      <p:sp>
        <p:nvSpPr>
          <p:cNvPr id="10" name="Textplatzhalter 6">
            <a:extLst>
              <a:ext uri="{FF2B5EF4-FFF2-40B4-BE49-F238E27FC236}">
                <a16:creationId xmlns:a16="http://schemas.microsoft.com/office/drawing/2014/main" id="{280716C9-98F3-44C3-A27D-E96BE6D11AE1}"/>
              </a:ext>
            </a:extLst>
          </p:cNvPr>
          <p:cNvSpPr>
            <a:spLocks noGrp="1"/>
          </p:cNvSpPr>
          <p:nvPr>
            <p:ph type="body" sz="quarter" idx="15" hasCustomPrompt="1"/>
          </p:nvPr>
        </p:nvSpPr>
        <p:spPr>
          <a:xfrm>
            <a:off x="609601" y="5624513"/>
            <a:ext cx="3506788"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
        <p:nvSpPr>
          <p:cNvPr id="4" name="Inhaltsplatzhalter 3">
            <a:extLst>
              <a:ext uri="{FF2B5EF4-FFF2-40B4-BE49-F238E27FC236}">
                <a16:creationId xmlns:a16="http://schemas.microsoft.com/office/drawing/2014/main" id="{C071CA00-13E3-4CD8-95FE-107C69DD6BC1}"/>
              </a:ext>
            </a:extLst>
          </p:cNvPr>
          <p:cNvSpPr>
            <a:spLocks noGrp="1"/>
          </p:cNvSpPr>
          <p:nvPr>
            <p:ph sz="half" idx="2"/>
          </p:nvPr>
        </p:nvSpPr>
        <p:spPr>
          <a:xfrm>
            <a:off x="4343399" y="404814"/>
            <a:ext cx="3516313" cy="275507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8" name="Bildplatzhalter 5">
            <a:extLst>
              <a:ext uri="{FF2B5EF4-FFF2-40B4-BE49-F238E27FC236}">
                <a16:creationId xmlns:a16="http://schemas.microsoft.com/office/drawing/2014/main" id="{FEFC7CA1-8B2C-4227-AB03-708CA25B752E}"/>
              </a:ext>
            </a:extLst>
          </p:cNvPr>
          <p:cNvSpPr>
            <a:spLocks noGrp="1"/>
          </p:cNvSpPr>
          <p:nvPr>
            <p:ph type="pic" sz="quarter" idx="12"/>
          </p:nvPr>
        </p:nvSpPr>
        <p:spPr>
          <a:xfrm>
            <a:off x="4343399" y="3429000"/>
            <a:ext cx="3516313" cy="2195513"/>
          </a:xfrm>
          <a:solidFill>
            <a:schemeClr val="accent2">
              <a:lumMod val="20000"/>
              <a:lumOff val="80000"/>
            </a:schemeClr>
          </a:solidFill>
        </p:spPr>
        <p:txBody>
          <a:bodyPr/>
          <a:lstStyle/>
          <a:p>
            <a:r>
              <a:rPr lang="de-DE"/>
              <a:t>Bild durch Klicken auf Symbol hinzufügen</a:t>
            </a:r>
            <a:endParaRPr lang="de-DE" dirty="0"/>
          </a:p>
        </p:txBody>
      </p:sp>
      <p:sp>
        <p:nvSpPr>
          <p:cNvPr id="11" name="Textplatzhalter 6">
            <a:extLst>
              <a:ext uri="{FF2B5EF4-FFF2-40B4-BE49-F238E27FC236}">
                <a16:creationId xmlns:a16="http://schemas.microsoft.com/office/drawing/2014/main" id="{3CF89BD5-C523-4AD3-9AF6-B6AABF612D11}"/>
              </a:ext>
            </a:extLst>
          </p:cNvPr>
          <p:cNvSpPr>
            <a:spLocks noGrp="1"/>
          </p:cNvSpPr>
          <p:nvPr>
            <p:ph type="body" sz="quarter" idx="16" hasCustomPrompt="1"/>
          </p:nvPr>
        </p:nvSpPr>
        <p:spPr>
          <a:xfrm>
            <a:off x="4352925" y="5624513"/>
            <a:ext cx="3506788"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
        <p:nvSpPr>
          <p:cNvPr id="6" name="Inhaltsplatzhalter 5">
            <a:extLst>
              <a:ext uri="{FF2B5EF4-FFF2-40B4-BE49-F238E27FC236}">
                <a16:creationId xmlns:a16="http://schemas.microsoft.com/office/drawing/2014/main" id="{42870569-2112-4A6F-963E-3D12B28F16F4}"/>
              </a:ext>
            </a:extLst>
          </p:cNvPr>
          <p:cNvSpPr>
            <a:spLocks noGrp="1"/>
          </p:cNvSpPr>
          <p:nvPr>
            <p:ph sz="quarter" idx="10"/>
          </p:nvPr>
        </p:nvSpPr>
        <p:spPr>
          <a:xfrm>
            <a:off x="8075613" y="404813"/>
            <a:ext cx="3506787" cy="275507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7" name="Bildplatzhalter 5">
            <a:extLst>
              <a:ext uri="{FF2B5EF4-FFF2-40B4-BE49-F238E27FC236}">
                <a16:creationId xmlns:a16="http://schemas.microsoft.com/office/drawing/2014/main" id="{6FE31676-EF83-4ECE-8009-0FC4D5A71872}"/>
              </a:ext>
            </a:extLst>
          </p:cNvPr>
          <p:cNvSpPr>
            <a:spLocks noGrp="1"/>
          </p:cNvSpPr>
          <p:nvPr>
            <p:ph type="pic" sz="quarter" idx="11"/>
          </p:nvPr>
        </p:nvSpPr>
        <p:spPr>
          <a:xfrm>
            <a:off x="8075613" y="3429000"/>
            <a:ext cx="3506787" cy="2195513"/>
          </a:xfrm>
          <a:solidFill>
            <a:schemeClr val="accent2">
              <a:lumMod val="20000"/>
              <a:lumOff val="80000"/>
            </a:schemeClr>
          </a:solidFill>
        </p:spPr>
        <p:txBody>
          <a:bodyPr/>
          <a:lstStyle/>
          <a:p>
            <a:r>
              <a:rPr lang="de-DE"/>
              <a:t>Bild durch Klicken auf Symbol hinzufügen</a:t>
            </a:r>
            <a:endParaRPr lang="de-DE" dirty="0"/>
          </a:p>
        </p:txBody>
      </p:sp>
      <p:sp>
        <p:nvSpPr>
          <p:cNvPr id="12" name="Textplatzhalter 6">
            <a:extLst>
              <a:ext uri="{FF2B5EF4-FFF2-40B4-BE49-F238E27FC236}">
                <a16:creationId xmlns:a16="http://schemas.microsoft.com/office/drawing/2014/main" id="{A4BDBAA4-F784-4AF6-8050-D275CB31D159}"/>
              </a:ext>
            </a:extLst>
          </p:cNvPr>
          <p:cNvSpPr>
            <a:spLocks noGrp="1"/>
          </p:cNvSpPr>
          <p:nvPr>
            <p:ph type="body" sz="quarter" idx="17" hasCustomPrompt="1"/>
          </p:nvPr>
        </p:nvSpPr>
        <p:spPr>
          <a:xfrm>
            <a:off x="8075612" y="5624513"/>
            <a:ext cx="3506788"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37860324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09600" y="404814"/>
            <a:ext cx="10972800" cy="647700"/>
          </a:xfrm>
          <a:prstGeom prst="rect">
            <a:avLst/>
          </a:prstGeom>
        </p:spPr>
        <p:txBody>
          <a:bodyPr/>
          <a:lstStyle/>
          <a:p>
            <a:r>
              <a:rPr lang="de-DE"/>
              <a:t>Mastertitelformat bearbeiten</a:t>
            </a:r>
            <a:endParaRPr lang="de-DE" dirty="0"/>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599" y="1736725"/>
            <a:ext cx="2606675" cy="41052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Inhaltsplatzhalter 3">
            <a:extLst>
              <a:ext uri="{FF2B5EF4-FFF2-40B4-BE49-F238E27FC236}">
                <a16:creationId xmlns:a16="http://schemas.microsoft.com/office/drawing/2014/main" id="{C071CA00-13E3-4CD8-95FE-107C69DD6BC1}"/>
              </a:ext>
            </a:extLst>
          </p:cNvPr>
          <p:cNvSpPr>
            <a:spLocks noGrp="1"/>
          </p:cNvSpPr>
          <p:nvPr>
            <p:ph sz="half" idx="2"/>
          </p:nvPr>
        </p:nvSpPr>
        <p:spPr>
          <a:xfrm>
            <a:off x="3395663" y="1736725"/>
            <a:ext cx="2592387" cy="41052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6" name="Inhaltsplatzhalter 5">
            <a:extLst>
              <a:ext uri="{FF2B5EF4-FFF2-40B4-BE49-F238E27FC236}">
                <a16:creationId xmlns:a16="http://schemas.microsoft.com/office/drawing/2014/main" id="{42870569-2112-4A6F-963E-3D12B28F16F4}"/>
              </a:ext>
            </a:extLst>
          </p:cNvPr>
          <p:cNvSpPr>
            <a:spLocks noGrp="1"/>
          </p:cNvSpPr>
          <p:nvPr>
            <p:ph sz="quarter" idx="10"/>
          </p:nvPr>
        </p:nvSpPr>
        <p:spPr>
          <a:xfrm>
            <a:off x="6203950" y="1736724"/>
            <a:ext cx="2592388" cy="41052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7" name="Inhaltsplatzhalter 6">
            <a:extLst>
              <a:ext uri="{FF2B5EF4-FFF2-40B4-BE49-F238E27FC236}">
                <a16:creationId xmlns:a16="http://schemas.microsoft.com/office/drawing/2014/main" id="{F6651BA5-A3F0-4102-8AB5-302B2F2EFD20}"/>
              </a:ext>
            </a:extLst>
          </p:cNvPr>
          <p:cNvSpPr>
            <a:spLocks noGrp="1"/>
          </p:cNvSpPr>
          <p:nvPr>
            <p:ph sz="quarter" idx="11"/>
          </p:nvPr>
        </p:nvSpPr>
        <p:spPr>
          <a:xfrm>
            <a:off x="8975725" y="1736724"/>
            <a:ext cx="2606675" cy="41052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957182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 Inhalte - Text + Bi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599" y="404813"/>
            <a:ext cx="2606675" cy="27368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 name="Bildplatzhalter 5">
            <a:extLst>
              <a:ext uri="{FF2B5EF4-FFF2-40B4-BE49-F238E27FC236}">
                <a16:creationId xmlns:a16="http://schemas.microsoft.com/office/drawing/2014/main" id="{6F1AB9C3-872C-41DD-AAFB-12824DBEE819}"/>
              </a:ext>
            </a:extLst>
          </p:cNvPr>
          <p:cNvSpPr>
            <a:spLocks noGrp="1"/>
          </p:cNvSpPr>
          <p:nvPr>
            <p:ph type="pic" sz="quarter" idx="14"/>
          </p:nvPr>
        </p:nvSpPr>
        <p:spPr>
          <a:xfrm>
            <a:off x="609599" y="3429000"/>
            <a:ext cx="2606675" cy="2195514"/>
          </a:xfrm>
          <a:solidFill>
            <a:schemeClr val="accent2">
              <a:lumMod val="20000"/>
              <a:lumOff val="80000"/>
            </a:schemeClr>
          </a:solidFill>
        </p:spPr>
        <p:txBody>
          <a:bodyPr/>
          <a:lstStyle/>
          <a:p>
            <a:r>
              <a:rPr lang="de-DE"/>
              <a:t>Bild durch Klicken auf Symbol hinzufügen</a:t>
            </a:r>
            <a:endParaRPr lang="de-DE" dirty="0"/>
          </a:p>
        </p:txBody>
      </p:sp>
      <p:sp>
        <p:nvSpPr>
          <p:cNvPr id="12" name="Textplatzhalter 6">
            <a:extLst>
              <a:ext uri="{FF2B5EF4-FFF2-40B4-BE49-F238E27FC236}">
                <a16:creationId xmlns:a16="http://schemas.microsoft.com/office/drawing/2014/main" id="{E9E05B2F-0577-47C9-8146-C4868416C571}"/>
              </a:ext>
            </a:extLst>
          </p:cNvPr>
          <p:cNvSpPr>
            <a:spLocks noGrp="1"/>
          </p:cNvSpPr>
          <p:nvPr>
            <p:ph type="body" sz="quarter" idx="17" hasCustomPrompt="1"/>
          </p:nvPr>
        </p:nvSpPr>
        <p:spPr>
          <a:xfrm>
            <a:off x="609601" y="5624513"/>
            <a:ext cx="2606674"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
        <p:nvSpPr>
          <p:cNvPr id="4" name="Inhaltsplatzhalter 3">
            <a:extLst>
              <a:ext uri="{FF2B5EF4-FFF2-40B4-BE49-F238E27FC236}">
                <a16:creationId xmlns:a16="http://schemas.microsoft.com/office/drawing/2014/main" id="{C071CA00-13E3-4CD8-95FE-107C69DD6BC1}"/>
              </a:ext>
            </a:extLst>
          </p:cNvPr>
          <p:cNvSpPr>
            <a:spLocks noGrp="1"/>
          </p:cNvSpPr>
          <p:nvPr>
            <p:ph sz="half" idx="2"/>
          </p:nvPr>
        </p:nvSpPr>
        <p:spPr>
          <a:xfrm>
            <a:off x="3395663" y="404813"/>
            <a:ext cx="2592387" cy="27368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Bildplatzhalter 5">
            <a:extLst>
              <a:ext uri="{FF2B5EF4-FFF2-40B4-BE49-F238E27FC236}">
                <a16:creationId xmlns:a16="http://schemas.microsoft.com/office/drawing/2014/main" id="{9EF6DC9D-F43A-4B05-BC55-F3417C310F52}"/>
              </a:ext>
            </a:extLst>
          </p:cNvPr>
          <p:cNvSpPr>
            <a:spLocks noGrp="1"/>
          </p:cNvSpPr>
          <p:nvPr>
            <p:ph type="pic" sz="quarter" idx="13"/>
          </p:nvPr>
        </p:nvSpPr>
        <p:spPr>
          <a:xfrm>
            <a:off x="3395663" y="3429000"/>
            <a:ext cx="2592387" cy="2195514"/>
          </a:xfrm>
          <a:solidFill>
            <a:schemeClr val="accent2">
              <a:lumMod val="20000"/>
              <a:lumOff val="80000"/>
            </a:schemeClr>
          </a:solidFill>
        </p:spPr>
        <p:txBody>
          <a:bodyPr/>
          <a:lstStyle/>
          <a:p>
            <a:r>
              <a:rPr lang="de-DE"/>
              <a:t>Bild durch Klicken auf Symbol hinzufügen</a:t>
            </a:r>
            <a:endParaRPr lang="de-DE" dirty="0"/>
          </a:p>
        </p:txBody>
      </p:sp>
      <p:sp>
        <p:nvSpPr>
          <p:cNvPr id="13" name="Textplatzhalter 6">
            <a:extLst>
              <a:ext uri="{FF2B5EF4-FFF2-40B4-BE49-F238E27FC236}">
                <a16:creationId xmlns:a16="http://schemas.microsoft.com/office/drawing/2014/main" id="{9C69ADDD-319E-4394-8BC9-FC045CE07229}"/>
              </a:ext>
            </a:extLst>
          </p:cNvPr>
          <p:cNvSpPr>
            <a:spLocks noGrp="1"/>
          </p:cNvSpPr>
          <p:nvPr>
            <p:ph type="body" sz="quarter" idx="18" hasCustomPrompt="1"/>
          </p:nvPr>
        </p:nvSpPr>
        <p:spPr>
          <a:xfrm>
            <a:off x="3395663" y="5624513"/>
            <a:ext cx="2592387"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
        <p:nvSpPr>
          <p:cNvPr id="6" name="Inhaltsplatzhalter 5">
            <a:extLst>
              <a:ext uri="{FF2B5EF4-FFF2-40B4-BE49-F238E27FC236}">
                <a16:creationId xmlns:a16="http://schemas.microsoft.com/office/drawing/2014/main" id="{42870569-2112-4A6F-963E-3D12B28F16F4}"/>
              </a:ext>
            </a:extLst>
          </p:cNvPr>
          <p:cNvSpPr>
            <a:spLocks noGrp="1"/>
          </p:cNvSpPr>
          <p:nvPr>
            <p:ph sz="quarter" idx="10"/>
          </p:nvPr>
        </p:nvSpPr>
        <p:spPr>
          <a:xfrm>
            <a:off x="6203950" y="404812"/>
            <a:ext cx="2592388" cy="27368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8" name="Bildplatzhalter 5">
            <a:extLst>
              <a:ext uri="{FF2B5EF4-FFF2-40B4-BE49-F238E27FC236}">
                <a16:creationId xmlns:a16="http://schemas.microsoft.com/office/drawing/2014/main" id="{D28AB6FB-FFC3-4AE6-90AB-D58E7C728BAF}"/>
              </a:ext>
            </a:extLst>
          </p:cNvPr>
          <p:cNvSpPr>
            <a:spLocks noGrp="1"/>
          </p:cNvSpPr>
          <p:nvPr>
            <p:ph type="pic" sz="quarter" idx="12"/>
          </p:nvPr>
        </p:nvSpPr>
        <p:spPr>
          <a:xfrm>
            <a:off x="6203949" y="3429000"/>
            <a:ext cx="2592388" cy="2195514"/>
          </a:xfrm>
          <a:solidFill>
            <a:schemeClr val="accent2">
              <a:lumMod val="20000"/>
              <a:lumOff val="80000"/>
            </a:schemeClr>
          </a:solidFill>
        </p:spPr>
        <p:txBody>
          <a:bodyPr/>
          <a:lstStyle/>
          <a:p>
            <a:r>
              <a:rPr lang="de-DE"/>
              <a:t>Bild durch Klicken auf Symbol hinzufügen</a:t>
            </a:r>
            <a:endParaRPr lang="de-DE" dirty="0"/>
          </a:p>
        </p:txBody>
      </p:sp>
      <p:sp>
        <p:nvSpPr>
          <p:cNvPr id="14" name="Textplatzhalter 6">
            <a:extLst>
              <a:ext uri="{FF2B5EF4-FFF2-40B4-BE49-F238E27FC236}">
                <a16:creationId xmlns:a16="http://schemas.microsoft.com/office/drawing/2014/main" id="{744C123A-AE63-4AD9-ACB1-ADF410315051}"/>
              </a:ext>
            </a:extLst>
          </p:cNvPr>
          <p:cNvSpPr>
            <a:spLocks noGrp="1"/>
          </p:cNvSpPr>
          <p:nvPr>
            <p:ph type="body" sz="quarter" idx="19" hasCustomPrompt="1"/>
          </p:nvPr>
        </p:nvSpPr>
        <p:spPr>
          <a:xfrm>
            <a:off x="6203950" y="5624513"/>
            <a:ext cx="2592388"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
        <p:nvSpPr>
          <p:cNvPr id="7" name="Inhaltsplatzhalter 6">
            <a:extLst>
              <a:ext uri="{FF2B5EF4-FFF2-40B4-BE49-F238E27FC236}">
                <a16:creationId xmlns:a16="http://schemas.microsoft.com/office/drawing/2014/main" id="{F6651BA5-A3F0-4102-8AB5-302B2F2EFD20}"/>
              </a:ext>
            </a:extLst>
          </p:cNvPr>
          <p:cNvSpPr>
            <a:spLocks noGrp="1"/>
          </p:cNvSpPr>
          <p:nvPr>
            <p:ph sz="quarter" idx="11"/>
          </p:nvPr>
        </p:nvSpPr>
        <p:spPr>
          <a:xfrm>
            <a:off x="8975725" y="404812"/>
            <a:ext cx="2606675" cy="27368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1" name="Bildplatzhalter 5">
            <a:extLst>
              <a:ext uri="{FF2B5EF4-FFF2-40B4-BE49-F238E27FC236}">
                <a16:creationId xmlns:a16="http://schemas.microsoft.com/office/drawing/2014/main" id="{F80E9119-D6F6-4FA2-9F16-025406D0F87E}"/>
              </a:ext>
            </a:extLst>
          </p:cNvPr>
          <p:cNvSpPr>
            <a:spLocks noGrp="1"/>
          </p:cNvSpPr>
          <p:nvPr>
            <p:ph type="pic" sz="quarter" idx="15"/>
          </p:nvPr>
        </p:nvSpPr>
        <p:spPr>
          <a:xfrm>
            <a:off x="8975725" y="3429000"/>
            <a:ext cx="2606675" cy="2195514"/>
          </a:xfrm>
          <a:solidFill>
            <a:schemeClr val="accent2">
              <a:lumMod val="20000"/>
              <a:lumOff val="80000"/>
            </a:schemeClr>
          </a:solidFill>
        </p:spPr>
        <p:txBody>
          <a:bodyPr/>
          <a:lstStyle/>
          <a:p>
            <a:r>
              <a:rPr lang="de-DE"/>
              <a:t>Bild durch Klicken auf Symbol hinzufügen</a:t>
            </a:r>
            <a:endParaRPr lang="de-DE" dirty="0"/>
          </a:p>
        </p:txBody>
      </p:sp>
      <p:sp>
        <p:nvSpPr>
          <p:cNvPr id="15" name="Textplatzhalter 6">
            <a:extLst>
              <a:ext uri="{FF2B5EF4-FFF2-40B4-BE49-F238E27FC236}">
                <a16:creationId xmlns:a16="http://schemas.microsoft.com/office/drawing/2014/main" id="{55313796-962D-4CF1-AC12-A82B830904C1}"/>
              </a:ext>
            </a:extLst>
          </p:cNvPr>
          <p:cNvSpPr>
            <a:spLocks noGrp="1"/>
          </p:cNvSpPr>
          <p:nvPr>
            <p:ph type="body" sz="quarter" idx="20" hasCustomPrompt="1"/>
          </p:nvPr>
        </p:nvSpPr>
        <p:spPr>
          <a:xfrm>
            <a:off x="8990012" y="5624513"/>
            <a:ext cx="2592388"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39176663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7D54C4-ACE0-4B7B-B43C-B80F732EA330}"/>
              </a:ext>
            </a:extLst>
          </p:cNvPr>
          <p:cNvSpPr>
            <a:spLocks noGrp="1"/>
          </p:cNvSpPr>
          <p:nvPr>
            <p:ph type="title"/>
          </p:nvPr>
        </p:nvSpPr>
        <p:spPr>
          <a:xfrm>
            <a:off x="609600" y="404814"/>
            <a:ext cx="10972800" cy="647700"/>
          </a:xfrm>
          <a:prstGeom prst="rect">
            <a:avLst/>
          </a:prstGeom>
        </p:spPr>
        <p:txBody>
          <a:bodyPr/>
          <a:lstStyle/>
          <a:p>
            <a:r>
              <a:rPr lang="de-DE"/>
              <a:t>Mastertitelformat bearbeiten</a:t>
            </a:r>
            <a:endParaRPr lang="de-DE" dirty="0"/>
          </a:p>
        </p:txBody>
      </p:sp>
    </p:spTree>
    <p:extLst>
      <p:ext uri="{BB962C8B-B14F-4D97-AF65-F5344CB8AC3E}">
        <p14:creationId xmlns:p14="http://schemas.microsoft.com/office/powerpoint/2010/main" val="3241816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94271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ild vollflächig">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007AA28B-E0BB-4588-9126-08A9723C34F7}"/>
              </a:ext>
            </a:extLst>
          </p:cNvPr>
          <p:cNvSpPr>
            <a:spLocks noGrp="1"/>
          </p:cNvSpPr>
          <p:nvPr>
            <p:ph type="pic" sz="quarter" idx="10"/>
          </p:nvPr>
        </p:nvSpPr>
        <p:spPr>
          <a:xfrm>
            <a:off x="0" y="0"/>
            <a:ext cx="12192000" cy="6858000"/>
          </a:xfrm>
          <a:solidFill>
            <a:schemeClr val="bg1">
              <a:lumMod val="95000"/>
            </a:schemeClr>
          </a:solidFill>
        </p:spPr>
        <p:txBody>
          <a:bodyPr/>
          <a:lstStyle/>
          <a:p>
            <a:r>
              <a:rPr lang="de-DE"/>
              <a:t>Bild durch Klicken auf Symbol hinzufügen</a:t>
            </a:r>
          </a:p>
        </p:txBody>
      </p:sp>
      <p:pic>
        <p:nvPicPr>
          <p:cNvPr id="4" name="Grafik 3">
            <a:extLst>
              <a:ext uri="{FF2B5EF4-FFF2-40B4-BE49-F238E27FC236}">
                <a16:creationId xmlns:a16="http://schemas.microsoft.com/office/drawing/2014/main" id="{49D899A4-C882-4DED-9C15-ACC467479FE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9600" y="6288480"/>
            <a:ext cx="514349" cy="164708"/>
          </a:xfrm>
          <a:prstGeom prst="rect">
            <a:avLst/>
          </a:prstGeom>
        </p:spPr>
      </p:pic>
      <p:sp>
        <p:nvSpPr>
          <p:cNvPr id="5" name="Textplatzhalter 6">
            <a:extLst>
              <a:ext uri="{FF2B5EF4-FFF2-40B4-BE49-F238E27FC236}">
                <a16:creationId xmlns:a16="http://schemas.microsoft.com/office/drawing/2014/main" id="{5D0AE451-788D-480F-872A-9EB3DCE41B57}"/>
              </a:ext>
            </a:extLst>
          </p:cNvPr>
          <p:cNvSpPr>
            <a:spLocks noGrp="1"/>
          </p:cNvSpPr>
          <p:nvPr>
            <p:ph type="body" sz="quarter" idx="12" hasCustomPrompt="1"/>
          </p:nvPr>
        </p:nvSpPr>
        <p:spPr>
          <a:xfrm>
            <a:off x="6203950" y="6057900"/>
            <a:ext cx="5378450" cy="441588"/>
          </a:xfrm>
        </p:spPr>
        <p:txBody>
          <a:bodyPr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20010536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bschnittsbeginn_blau">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5C91A62C-18CD-4962-933C-7CEB68A0AEF6}"/>
              </a:ext>
            </a:extLst>
          </p:cNvPr>
          <p:cNvSpPr>
            <a:spLocks noGrp="1"/>
          </p:cNvSpPr>
          <p:nvPr>
            <p:ph type="title" hasCustomPrompt="1"/>
          </p:nvPr>
        </p:nvSpPr>
        <p:spPr>
          <a:xfrm>
            <a:off x="609600" y="3733801"/>
            <a:ext cx="10972800" cy="914400"/>
          </a:xfrm>
        </p:spPr>
        <p:txBody>
          <a:bodyPr/>
          <a:lstStyle>
            <a:lvl1pPr>
              <a:defRPr sz="3600">
                <a:solidFill>
                  <a:schemeClr val="bg1"/>
                </a:solidFill>
              </a:defRPr>
            </a:lvl1pPr>
          </a:lstStyle>
          <a:p>
            <a:r>
              <a:rPr lang="de-DE" dirty="0"/>
              <a:t>Mastertitelformat </a:t>
            </a:r>
            <a:br>
              <a:rPr lang="de-DE" dirty="0"/>
            </a:br>
            <a:r>
              <a:rPr lang="de-DE" dirty="0"/>
              <a:t>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p:ph type="body" sz="quarter" idx="10"/>
          </p:nvPr>
        </p:nvSpPr>
        <p:spPr>
          <a:xfrm>
            <a:off x="609600" y="4968241"/>
            <a:ext cx="10972800" cy="873760"/>
          </a:xfrm>
        </p:spPr>
        <p:txBody>
          <a:bodyPr/>
          <a:lstStyle>
            <a:lvl1pPr>
              <a:defRPr sz="2000">
                <a:solidFill>
                  <a:schemeClr val="bg1"/>
                </a:solidFill>
              </a:defRPr>
            </a:lvl1pPr>
          </a:lstStyle>
          <a:p>
            <a:pPr lvl="0"/>
            <a:r>
              <a:rPr lang="de-DE"/>
              <a:t>Mastertextformat bearbeiten</a:t>
            </a:r>
          </a:p>
        </p:txBody>
      </p:sp>
    </p:spTree>
    <p:extLst>
      <p:ext uri="{BB962C8B-B14F-4D97-AF65-F5344CB8AC3E}">
        <p14:creationId xmlns:p14="http://schemas.microsoft.com/office/powerpoint/2010/main" val="26648956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bschnittsbeginn_Weiß">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5C91A62C-18CD-4962-933C-7CEB68A0AEF6}"/>
              </a:ext>
            </a:extLst>
          </p:cNvPr>
          <p:cNvSpPr>
            <a:spLocks noGrp="1"/>
          </p:cNvSpPr>
          <p:nvPr>
            <p:ph type="title" hasCustomPrompt="1"/>
          </p:nvPr>
        </p:nvSpPr>
        <p:spPr>
          <a:xfrm>
            <a:off x="609600" y="3733801"/>
            <a:ext cx="10972800" cy="914400"/>
          </a:xfrm>
        </p:spPr>
        <p:txBody>
          <a:bodyPr/>
          <a:lstStyle>
            <a:lvl1pPr>
              <a:defRPr sz="3600">
                <a:solidFill>
                  <a:schemeClr val="accent1"/>
                </a:solidFill>
              </a:defRPr>
            </a:lvl1pPr>
          </a:lstStyle>
          <a:p>
            <a:r>
              <a:rPr lang="de-DE" dirty="0"/>
              <a:t>Mastertitelformat </a:t>
            </a:r>
            <a:br>
              <a:rPr lang="de-DE" dirty="0"/>
            </a:br>
            <a:r>
              <a:rPr lang="de-DE" dirty="0"/>
              <a:t>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p:ph type="body" sz="quarter" idx="10"/>
          </p:nvPr>
        </p:nvSpPr>
        <p:spPr>
          <a:xfrm>
            <a:off x="609600" y="4968241"/>
            <a:ext cx="10972800" cy="873760"/>
          </a:xfrm>
        </p:spPr>
        <p:txBody>
          <a:bodyPr/>
          <a:lstStyle>
            <a:lvl1pPr>
              <a:defRPr sz="2000">
                <a:solidFill>
                  <a:schemeClr val="accent1"/>
                </a:solidFill>
              </a:defRPr>
            </a:lvl1pPr>
          </a:lstStyle>
          <a:p>
            <a:pPr lvl="0"/>
            <a:r>
              <a:rPr lang="de-DE"/>
              <a:t>Mastertextformat bearbeiten</a:t>
            </a:r>
          </a:p>
        </p:txBody>
      </p:sp>
    </p:spTree>
    <p:extLst>
      <p:ext uri="{BB962C8B-B14F-4D97-AF65-F5344CB8AC3E}">
        <p14:creationId xmlns:p14="http://schemas.microsoft.com/office/powerpoint/2010/main" val="20241738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bschnittsbeginn_Blau mit Bild">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93CC3083-A26C-4FFF-ABB9-A52A975CA528}"/>
              </a:ext>
            </a:extLst>
          </p:cNvPr>
          <p:cNvSpPr>
            <a:spLocks noGrp="1"/>
          </p:cNvSpPr>
          <p:nvPr>
            <p:ph type="pic" sz="quarter" idx="11"/>
          </p:nvPr>
        </p:nvSpPr>
        <p:spPr>
          <a:xfrm>
            <a:off x="5988050" y="0"/>
            <a:ext cx="6203950" cy="6858000"/>
          </a:xfrm>
        </p:spPr>
        <p:txBody>
          <a:bodyPr/>
          <a:lstStyle/>
          <a:p>
            <a:r>
              <a:rPr lang="de-DE"/>
              <a:t>Bild durch Klicken auf Symbol hinzufügen</a:t>
            </a:r>
          </a:p>
        </p:txBody>
      </p:sp>
      <p:sp>
        <p:nvSpPr>
          <p:cNvPr id="7" name="Rechteck 6">
            <a:extLst>
              <a:ext uri="{FF2B5EF4-FFF2-40B4-BE49-F238E27FC236}">
                <a16:creationId xmlns:a16="http://schemas.microsoft.com/office/drawing/2014/main" id="{8DD5EDA3-D92A-4B08-8595-D60EA53E8AB5}"/>
              </a:ext>
              <a:ext uri="{C183D7F6-B498-43B3-948B-1728B52AA6E4}">
                <adec:decorative xmlns:adec="http://schemas.microsoft.com/office/drawing/2017/decorative" val="1"/>
              </a:ext>
            </a:extLst>
          </p:cNvPr>
          <p:cNvSpPr/>
          <p:nvPr userDrawn="1"/>
        </p:nvSpPr>
        <p:spPr>
          <a:xfrm>
            <a:off x="0" y="0"/>
            <a:ext cx="7508875" cy="6858000"/>
          </a:xfrm>
          <a:custGeom>
            <a:avLst/>
            <a:gdLst>
              <a:gd name="connsiteX0" fmla="*/ 0 w 6924675"/>
              <a:gd name="connsiteY0" fmla="*/ 0 h 6858000"/>
              <a:gd name="connsiteX1" fmla="*/ 6924675 w 6924675"/>
              <a:gd name="connsiteY1" fmla="*/ 0 h 6858000"/>
              <a:gd name="connsiteX2" fmla="*/ 6924675 w 6924675"/>
              <a:gd name="connsiteY2" fmla="*/ 6858000 h 6858000"/>
              <a:gd name="connsiteX3" fmla="*/ 0 w 6924675"/>
              <a:gd name="connsiteY3" fmla="*/ 6858000 h 6858000"/>
              <a:gd name="connsiteX4" fmla="*/ 0 w 6924675"/>
              <a:gd name="connsiteY4" fmla="*/ 0 h 6858000"/>
              <a:gd name="connsiteX0" fmla="*/ 0 w 6924675"/>
              <a:gd name="connsiteY0" fmla="*/ 0 h 6858000"/>
              <a:gd name="connsiteX1" fmla="*/ 5686425 w 6924675"/>
              <a:gd name="connsiteY1" fmla="*/ 0 h 6858000"/>
              <a:gd name="connsiteX2" fmla="*/ 6924675 w 6924675"/>
              <a:gd name="connsiteY2" fmla="*/ 6858000 h 6858000"/>
              <a:gd name="connsiteX3" fmla="*/ 0 w 6924675"/>
              <a:gd name="connsiteY3" fmla="*/ 6858000 h 6858000"/>
              <a:gd name="connsiteX4" fmla="*/ 0 w 6924675"/>
              <a:gd name="connsiteY4" fmla="*/ 0 h 6858000"/>
              <a:gd name="connsiteX0" fmla="*/ 0 w 6924675"/>
              <a:gd name="connsiteY0" fmla="*/ 0 h 6858000"/>
              <a:gd name="connsiteX1" fmla="*/ 6283325 w 6924675"/>
              <a:gd name="connsiteY1" fmla="*/ 0 h 6858000"/>
              <a:gd name="connsiteX2" fmla="*/ 6924675 w 6924675"/>
              <a:gd name="connsiteY2" fmla="*/ 6858000 h 6858000"/>
              <a:gd name="connsiteX3" fmla="*/ 0 w 6924675"/>
              <a:gd name="connsiteY3" fmla="*/ 6858000 h 6858000"/>
              <a:gd name="connsiteX4" fmla="*/ 0 w 6924675"/>
              <a:gd name="connsiteY4" fmla="*/ 0 h 6858000"/>
              <a:gd name="connsiteX0" fmla="*/ 0 w 7508875"/>
              <a:gd name="connsiteY0" fmla="*/ 0 h 6858000"/>
              <a:gd name="connsiteX1" fmla="*/ 6283325 w 7508875"/>
              <a:gd name="connsiteY1" fmla="*/ 0 h 6858000"/>
              <a:gd name="connsiteX2" fmla="*/ 7508875 w 7508875"/>
              <a:gd name="connsiteY2" fmla="*/ 6858000 h 6858000"/>
              <a:gd name="connsiteX3" fmla="*/ 0 w 7508875"/>
              <a:gd name="connsiteY3" fmla="*/ 6858000 h 6858000"/>
              <a:gd name="connsiteX4" fmla="*/ 0 w 750887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8875" h="6858000">
                <a:moveTo>
                  <a:pt x="0" y="0"/>
                </a:moveTo>
                <a:lnTo>
                  <a:pt x="6283325" y="0"/>
                </a:lnTo>
                <a:lnTo>
                  <a:pt x="7508875" y="6858000"/>
                </a:lnTo>
                <a:lnTo>
                  <a:pt x="0" y="6858000"/>
                </a:lnTo>
                <a:lnTo>
                  <a:pt x="0" y="0"/>
                </a:lnTo>
                <a:close/>
              </a:path>
            </a:pathLst>
          </a:cu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a:extLst>
              <a:ext uri="{FF2B5EF4-FFF2-40B4-BE49-F238E27FC236}">
                <a16:creationId xmlns:a16="http://schemas.microsoft.com/office/drawing/2014/main" id="{5144DEC0-CBFA-4BDA-A78C-86ED757F72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9600" y="6288480"/>
            <a:ext cx="514349" cy="164708"/>
          </a:xfrm>
          <a:prstGeom prst="rect">
            <a:avLst/>
          </a:prstGeom>
        </p:spPr>
      </p:pic>
      <p:sp>
        <p:nvSpPr>
          <p:cNvPr id="8" name="Titel 1">
            <a:extLst>
              <a:ext uri="{FF2B5EF4-FFF2-40B4-BE49-F238E27FC236}">
                <a16:creationId xmlns:a16="http://schemas.microsoft.com/office/drawing/2014/main" id="{FA055B95-2710-46A2-8317-9CAA31D48D9C}"/>
              </a:ext>
            </a:extLst>
          </p:cNvPr>
          <p:cNvSpPr>
            <a:spLocks noGrp="1"/>
          </p:cNvSpPr>
          <p:nvPr>
            <p:ph type="title"/>
          </p:nvPr>
        </p:nvSpPr>
        <p:spPr>
          <a:xfrm>
            <a:off x="609600" y="873124"/>
            <a:ext cx="5378450" cy="2268539"/>
          </a:xfrm>
          <a:prstGeom prst="rect">
            <a:avLst/>
          </a:prstGeom>
        </p:spPr>
        <p:txBody>
          <a:bodyPr tIns="0"/>
          <a:lstStyle>
            <a:lvl1pPr>
              <a:defRPr lang="de-DE" dirty="0">
                <a:solidFill>
                  <a:schemeClr val="bg1"/>
                </a:solidFill>
              </a:defRPr>
            </a:lvl1pPr>
          </a:lstStyle>
          <a:p>
            <a:r>
              <a:rPr lang="de-DE"/>
              <a:t>Mastertitelformat bearbeiten</a:t>
            </a:r>
            <a:endParaRPr lang="de-DE" dirty="0"/>
          </a:p>
        </p:txBody>
      </p:sp>
      <p:sp>
        <p:nvSpPr>
          <p:cNvPr id="9" name="Textplatzhalter 8">
            <a:extLst>
              <a:ext uri="{FF2B5EF4-FFF2-40B4-BE49-F238E27FC236}">
                <a16:creationId xmlns:a16="http://schemas.microsoft.com/office/drawing/2014/main" id="{6A522852-F16F-46A0-B72D-3039550F8A39}"/>
              </a:ext>
            </a:extLst>
          </p:cNvPr>
          <p:cNvSpPr>
            <a:spLocks noGrp="1"/>
          </p:cNvSpPr>
          <p:nvPr>
            <p:ph type="body" sz="quarter" idx="10"/>
          </p:nvPr>
        </p:nvSpPr>
        <p:spPr>
          <a:xfrm>
            <a:off x="609600" y="3141662"/>
            <a:ext cx="5378450" cy="2700338"/>
          </a:xfrm>
          <a:prstGeom prst="rect">
            <a:avLst/>
          </a:prstGeom>
        </p:spPr>
        <p:txBody>
          <a:bodyPr anchor="b" anchorCtr="0"/>
          <a:lstStyle>
            <a:lvl1pPr>
              <a:defRPr lang="de-DE" dirty="0">
                <a:solidFill>
                  <a:schemeClr val="bg1"/>
                </a:solidFill>
              </a:defRPr>
            </a:lvl1pPr>
          </a:lstStyle>
          <a:p>
            <a:pPr lvl="0"/>
            <a:r>
              <a:rPr lang="de-DE"/>
              <a:t>Mastertextformat bearbeiten</a:t>
            </a:r>
          </a:p>
        </p:txBody>
      </p:sp>
    </p:spTree>
    <p:extLst>
      <p:ext uri="{BB962C8B-B14F-4D97-AF65-F5344CB8AC3E}">
        <p14:creationId xmlns:p14="http://schemas.microsoft.com/office/powerpoint/2010/main" val="38967086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bschnittsbeginn_Weiß mit Bild">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5144DEC0-CBFA-4BDA-A78C-86ED757F72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9600" y="6288480"/>
            <a:ext cx="514349" cy="164708"/>
          </a:xfrm>
          <a:prstGeom prst="rect">
            <a:avLst/>
          </a:prstGeom>
        </p:spPr>
      </p:pic>
      <p:sp>
        <p:nvSpPr>
          <p:cNvPr id="8" name="Titel 1">
            <a:extLst>
              <a:ext uri="{FF2B5EF4-FFF2-40B4-BE49-F238E27FC236}">
                <a16:creationId xmlns:a16="http://schemas.microsoft.com/office/drawing/2014/main" id="{FA055B95-2710-46A2-8317-9CAA31D48D9C}"/>
              </a:ext>
            </a:extLst>
          </p:cNvPr>
          <p:cNvSpPr>
            <a:spLocks noGrp="1"/>
          </p:cNvSpPr>
          <p:nvPr>
            <p:ph type="title"/>
          </p:nvPr>
        </p:nvSpPr>
        <p:spPr>
          <a:xfrm>
            <a:off x="609600" y="873124"/>
            <a:ext cx="5378450" cy="863601"/>
          </a:xfrm>
          <a:prstGeom prst="rect">
            <a:avLst/>
          </a:prstGeom>
        </p:spPr>
        <p:txBody>
          <a:bodyPr tIns="0"/>
          <a:lstStyle>
            <a:lvl1pPr>
              <a:defRPr lang="de-DE" dirty="0">
                <a:solidFill>
                  <a:schemeClr val="accent1"/>
                </a:solidFill>
              </a:defRPr>
            </a:lvl1pPr>
          </a:lstStyle>
          <a:p>
            <a:r>
              <a:rPr lang="de-DE"/>
              <a:t>Mastertitelformat bearbeiten</a:t>
            </a:r>
            <a:endParaRPr lang="de-DE" dirty="0"/>
          </a:p>
        </p:txBody>
      </p:sp>
      <p:sp>
        <p:nvSpPr>
          <p:cNvPr id="9" name="Textplatzhalter 8">
            <a:extLst>
              <a:ext uri="{FF2B5EF4-FFF2-40B4-BE49-F238E27FC236}">
                <a16:creationId xmlns:a16="http://schemas.microsoft.com/office/drawing/2014/main" id="{6A522852-F16F-46A0-B72D-3039550F8A39}"/>
              </a:ext>
            </a:extLst>
          </p:cNvPr>
          <p:cNvSpPr>
            <a:spLocks noGrp="1"/>
          </p:cNvSpPr>
          <p:nvPr>
            <p:ph type="body" sz="quarter" idx="10"/>
          </p:nvPr>
        </p:nvSpPr>
        <p:spPr>
          <a:xfrm>
            <a:off x="609600" y="3141662"/>
            <a:ext cx="3506788" cy="2700337"/>
          </a:xfrm>
          <a:prstGeom prst="rect">
            <a:avLst/>
          </a:prstGeom>
        </p:spPr>
        <p:txBody>
          <a:bodyPr anchor="b" anchorCtr="0"/>
          <a:lstStyle>
            <a:lvl1pPr>
              <a:defRPr lang="de-DE" dirty="0">
                <a:solidFill>
                  <a:schemeClr val="accent1"/>
                </a:solidFill>
              </a:defRPr>
            </a:lvl1pPr>
          </a:lstStyle>
          <a:p>
            <a:pPr lvl="0"/>
            <a:r>
              <a:rPr lang="de-DE"/>
              <a:t>Mastertextformat bearbeiten</a:t>
            </a:r>
          </a:p>
        </p:txBody>
      </p:sp>
      <p:sp>
        <p:nvSpPr>
          <p:cNvPr id="13" name="Bildplatzhalter 12">
            <a:extLst>
              <a:ext uri="{FF2B5EF4-FFF2-40B4-BE49-F238E27FC236}">
                <a16:creationId xmlns:a16="http://schemas.microsoft.com/office/drawing/2014/main" id="{6D9D1B83-BB64-4D87-85E3-7B792A9EDEC1}"/>
              </a:ext>
            </a:extLst>
          </p:cNvPr>
          <p:cNvSpPr>
            <a:spLocks noGrp="1"/>
          </p:cNvSpPr>
          <p:nvPr>
            <p:ph type="pic" sz="quarter" idx="11"/>
          </p:nvPr>
        </p:nvSpPr>
        <p:spPr>
          <a:xfrm>
            <a:off x="4343400" y="-2537398"/>
            <a:ext cx="13780478" cy="14516845"/>
          </a:xfrm>
          <a:custGeom>
            <a:avLst/>
            <a:gdLst>
              <a:gd name="connsiteX0" fmla="*/ 6162192 w 13780478"/>
              <a:gd name="connsiteY0" fmla="*/ 0 h 14516845"/>
              <a:gd name="connsiteX1" fmla="*/ 12500658 w 13780478"/>
              <a:gd name="connsiteY1" fmla="*/ 0 h 14516845"/>
              <a:gd name="connsiteX2" fmla="*/ 13780478 w 13780478"/>
              <a:gd name="connsiteY2" fmla="*/ 7258316 h 14516845"/>
              <a:gd name="connsiteX3" fmla="*/ 7258530 w 13780478"/>
              <a:gd name="connsiteY3" fmla="*/ 7258316 h 14516845"/>
              <a:gd name="connsiteX4" fmla="*/ 0 w 13780478"/>
              <a:gd name="connsiteY4" fmla="*/ 14516845 h 14516845"/>
              <a:gd name="connsiteX5" fmla="*/ 212 w 13780478"/>
              <a:gd name="connsiteY5" fmla="*/ 6162191 h 1451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80478" h="14516845">
                <a:moveTo>
                  <a:pt x="6162192" y="0"/>
                </a:moveTo>
                <a:lnTo>
                  <a:pt x="12500658" y="0"/>
                </a:lnTo>
                <a:lnTo>
                  <a:pt x="13780478" y="7258316"/>
                </a:lnTo>
                <a:lnTo>
                  <a:pt x="7258530" y="7258316"/>
                </a:lnTo>
                <a:lnTo>
                  <a:pt x="0" y="14516845"/>
                </a:lnTo>
                <a:lnTo>
                  <a:pt x="212" y="6162191"/>
                </a:lnTo>
                <a:close/>
              </a:path>
            </a:pathLst>
          </a:custGeom>
          <a:solidFill>
            <a:schemeClr val="bg2">
              <a:lumMod val="95000"/>
            </a:schemeClr>
          </a:solidFill>
        </p:spPr>
        <p:txBody>
          <a:bodyPr wrap="square">
            <a:noAutofit/>
          </a:bodyPr>
          <a:lstStyle/>
          <a:p>
            <a:r>
              <a:rPr lang="de-DE"/>
              <a:t>Bild durch Klicken auf Symbol hinzufügen</a:t>
            </a:r>
            <a:endParaRPr lang="en-US"/>
          </a:p>
        </p:txBody>
      </p:sp>
    </p:spTree>
    <p:extLst>
      <p:ext uri="{BB962C8B-B14F-4D97-AF65-F5344CB8AC3E}">
        <p14:creationId xmlns:p14="http://schemas.microsoft.com/office/powerpoint/2010/main" val="32595084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bschnittsbeginn_Farbe mit Bild">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8DD5EDA3-D92A-4B08-8595-D60EA53E8AB5}"/>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itel 1">
            <a:extLst>
              <a:ext uri="{FF2B5EF4-FFF2-40B4-BE49-F238E27FC236}">
                <a16:creationId xmlns:a16="http://schemas.microsoft.com/office/drawing/2014/main" id="{FA055B95-2710-46A2-8317-9CAA31D48D9C}"/>
              </a:ext>
            </a:extLst>
          </p:cNvPr>
          <p:cNvSpPr>
            <a:spLocks noGrp="1"/>
          </p:cNvSpPr>
          <p:nvPr>
            <p:ph type="title"/>
          </p:nvPr>
        </p:nvSpPr>
        <p:spPr>
          <a:xfrm>
            <a:off x="609600" y="873124"/>
            <a:ext cx="3506788" cy="1382897"/>
          </a:xfrm>
          <a:prstGeom prst="rect">
            <a:avLst/>
          </a:prstGeom>
        </p:spPr>
        <p:txBody>
          <a:bodyPr tIns="0"/>
          <a:lstStyle>
            <a:lvl1pPr>
              <a:defRPr lang="de-DE" dirty="0">
                <a:solidFill>
                  <a:schemeClr val="accent1"/>
                </a:solidFill>
              </a:defRPr>
            </a:lvl1pPr>
          </a:lstStyle>
          <a:p>
            <a:r>
              <a:rPr lang="de-DE"/>
              <a:t>Mastertitelformat bearbeiten</a:t>
            </a:r>
            <a:endParaRPr lang="de-DE" dirty="0"/>
          </a:p>
        </p:txBody>
      </p:sp>
      <p:sp>
        <p:nvSpPr>
          <p:cNvPr id="9" name="Textplatzhalter 8">
            <a:extLst>
              <a:ext uri="{FF2B5EF4-FFF2-40B4-BE49-F238E27FC236}">
                <a16:creationId xmlns:a16="http://schemas.microsoft.com/office/drawing/2014/main" id="{6A522852-F16F-46A0-B72D-3039550F8A39}"/>
              </a:ext>
            </a:extLst>
          </p:cNvPr>
          <p:cNvSpPr>
            <a:spLocks noGrp="1"/>
          </p:cNvSpPr>
          <p:nvPr>
            <p:ph type="body" sz="quarter" idx="10"/>
          </p:nvPr>
        </p:nvSpPr>
        <p:spPr>
          <a:xfrm>
            <a:off x="609599" y="2461846"/>
            <a:ext cx="3506789" cy="1254492"/>
          </a:xfrm>
          <a:prstGeom prst="rect">
            <a:avLst/>
          </a:prstGeom>
        </p:spPr>
        <p:txBody>
          <a:bodyPr anchor="t" anchorCtr="0"/>
          <a:lstStyle>
            <a:lvl1pPr>
              <a:defRPr lang="de-DE" dirty="0">
                <a:solidFill>
                  <a:schemeClr val="accent1"/>
                </a:solidFill>
              </a:defRPr>
            </a:lvl1pPr>
          </a:lstStyle>
          <a:p>
            <a:pPr lvl="0"/>
            <a:r>
              <a:rPr lang="de-DE"/>
              <a:t>Mastertextformat bearbeiten</a:t>
            </a:r>
          </a:p>
        </p:txBody>
      </p:sp>
      <p:sp>
        <p:nvSpPr>
          <p:cNvPr id="23" name="Bildplatzhalter 22">
            <a:extLst>
              <a:ext uri="{FF2B5EF4-FFF2-40B4-BE49-F238E27FC236}">
                <a16:creationId xmlns:a16="http://schemas.microsoft.com/office/drawing/2014/main" id="{26D725AF-5383-4E5D-A2D3-3FABBEC0B676}"/>
              </a:ext>
            </a:extLst>
          </p:cNvPr>
          <p:cNvSpPr>
            <a:spLocks noGrp="1"/>
          </p:cNvSpPr>
          <p:nvPr>
            <p:ph type="pic" sz="quarter" idx="11"/>
          </p:nvPr>
        </p:nvSpPr>
        <p:spPr>
          <a:xfrm>
            <a:off x="-1768456" y="-9550923"/>
            <a:ext cx="13977778" cy="25385171"/>
          </a:xfrm>
          <a:custGeom>
            <a:avLst/>
            <a:gdLst>
              <a:gd name="connsiteX0" fmla="*/ 6127784 w 13977778"/>
              <a:gd name="connsiteY0" fmla="*/ 0 h 25385171"/>
              <a:gd name="connsiteX1" fmla="*/ 13977778 w 13977778"/>
              <a:gd name="connsiteY1" fmla="*/ 7849993 h 25385171"/>
              <a:gd name="connsiteX2" fmla="*/ 13977778 w 13977778"/>
              <a:gd name="connsiteY2" fmla="*/ 19429729 h 25385171"/>
              <a:gd name="connsiteX3" fmla="*/ 8022336 w 13977778"/>
              <a:gd name="connsiteY3" fmla="*/ 25385171 h 25385171"/>
              <a:gd name="connsiteX4" fmla="*/ 0 w 13977778"/>
              <a:gd name="connsiteY4" fmla="*/ 19767992 h 25385171"/>
              <a:gd name="connsiteX5" fmla="*/ 6127960 w 13977778"/>
              <a:gd name="connsiteY5" fmla="*/ 13640034 h 25385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77778" h="25385171">
                <a:moveTo>
                  <a:pt x="6127784" y="0"/>
                </a:moveTo>
                <a:lnTo>
                  <a:pt x="13977778" y="7849993"/>
                </a:lnTo>
                <a:lnTo>
                  <a:pt x="13977778" y="19429729"/>
                </a:lnTo>
                <a:lnTo>
                  <a:pt x="8022336" y="25385171"/>
                </a:lnTo>
                <a:lnTo>
                  <a:pt x="0" y="19767992"/>
                </a:lnTo>
                <a:lnTo>
                  <a:pt x="6127960" y="13640034"/>
                </a:lnTo>
                <a:close/>
              </a:path>
            </a:pathLst>
          </a:custGeom>
          <a:solidFill>
            <a:schemeClr val="bg2">
              <a:lumMod val="95000"/>
            </a:schemeClr>
          </a:solidFill>
        </p:spPr>
        <p:txBody>
          <a:bodyPr wrap="square">
            <a:noAutofit/>
          </a:bodyPr>
          <a:lstStyle/>
          <a:p>
            <a:r>
              <a:rPr lang="de-DE"/>
              <a:t>Bild durch Klicken auf Symbol hinzufügen</a:t>
            </a:r>
            <a:endParaRPr lang="en-US" dirty="0"/>
          </a:p>
        </p:txBody>
      </p:sp>
    </p:spTree>
    <p:extLst>
      <p:ext uri="{BB962C8B-B14F-4D97-AF65-F5344CB8AC3E}">
        <p14:creationId xmlns:p14="http://schemas.microsoft.com/office/powerpoint/2010/main" val="12690753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Zitat_Weiß">
    <p:spTree>
      <p:nvGrpSpPr>
        <p:cNvPr id="1" name=""/>
        <p:cNvGrpSpPr/>
        <p:nvPr/>
      </p:nvGrpSpPr>
      <p:grpSpPr>
        <a:xfrm>
          <a:off x="0" y="0"/>
          <a:ext cx="0" cy="0"/>
          <a:chOff x="0" y="0"/>
          <a:chExt cx="0" cy="0"/>
        </a:xfrm>
      </p:grpSpPr>
      <p:sp>
        <p:nvSpPr>
          <p:cNvPr id="7" name="Textplatzhalter 3">
            <a:extLst>
              <a:ext uri="{FF2B5EF4-FFF2-40B4-BE49-F238E27FC236}">
                <a16:creationId xmlns:a16="http://schemas.microsoft.com/office/drawing/2014/main" id="{2664A485-C158-4BFC-B46D-7201DF28B918}"/>
              </a:ext>
            </a:extLst>
          </p:cNvPr>
          <p:cNvSpPr>
            <a:spLocks noGrp="1"/>
          </p:cNvSpPr>
          <p:nvPr>
            <p:ph type="body" sz="quarter" idx="13" hasCustomPrompt="1"/>
          </p:nvPr>
        </p:nvSpPr>
        <p:spPr>
          <a:xfrm>
            <a:off x="609600" y="873125"/>
            <a:ext cx="10972800" cy="4173438"/>
          </a:xfrm>
        </p:spPr>
        <p:txBody>
          <a:bodyPr/>
          <a:lstStyle>
            <a:lvl1pPr>
              <a:defRPr lang="de-DE" sz="3600" b="0" i="1" kern="1200" dirty="0">
                <a:solidFill>
                  <a:schemeClr val="tx1"/>
                </a:solidFill>
                <a:latin typeface="Noto Serif Light" panose="02020502060505020204" pitchFamily="18"/>
                <a:ea typeface="Noto Serif Light" panose="02020502060505020204" pitchFamily="18"/>
                <a:cs typeface="Noto Serif Light" panose="02020502060505020204" pitchFamily="18"/>
              </a:defRPr>
            </a:lvl1pPr>
          </a:lstStyle>
          <a:p>
            <a:pPr lvl="0"/>
            <a:r>
              <a:rPr lang="de-DE" dirty="0"/>
              <a:t>Zitat</a:t>
            </a:r>
          </a:p>
        </p:txBody>
      </p:sp>
      <p:sp>
        <p:nvSpPr>
          <p:cNvPr id="6" name="Textplatzhalter 6">
            <a:extLst>
              <a:ext uri="{FF2B5EF4-FFF2-40B4-BE49-F238E27FC236}">
                <a16:creationId xmlns:a16="http://schemas.microsoft.com/office/drawing/2014/main" id="{26026BCD-A072-422C-AB4B-2FA548C4F719}"/>
              </a:ext>
            </a:extLst>
          </p:cNvPr>
          <p:cNvSpPr>
            <a:spLocks noGrp="1"/>
          </p:cNvSpPr>
          <p:nvPr>
            <p:ph type="body" sz="quarter" idx="12" hasCustomPrompt="1"/>
          </p:nvPr>
        </p:nvSpPr>
        <p:spPr>
          <a:xfrm>
            <a:off x="609600" y="5354320"/>
            <a:ext cx="10972800" cy="487680"/>
          </a:xfrm>
        </p:spPr>
        <p:txBody>
          <a:bodyPr anchor="b" anchorCtr="0"/>
          <a:lstStyle>
            <a:lvl1pPr>
              <a:defRPr sz="1400" i="0">
                <a:latin typeface="+mj-lt"/>
                <a:ea typeface="Noto Serif" panose="02020502060505020204" pitchFamily="18" charset="0"/>
                <a:cs typeface="Noto Serif" panose="02020502060505020204" pitchFamily="18" charset="0"/>
              </a:defRPr>
            </a:lvl1pPr>
          </a:lstStyle>
          <a:p>
            <a:pPr lvl="0"/>
            <a:r>
              <a:rPr lang="de-DE" dirty="0"/>
              <a:t>Wer wird zitiert, Quelle</a:t>
            </a:r>
            <a:endParaRPr lang="en-US" dirty="0"/>
          </a:p>
        </p:txBody>
      </p:sp>
    </p:spTree>
    <p:extLst>
      <p:ext uri="{BB962C8B-B14F-4D97-AF65-F5344CB8AC3E}">
        <p14:creationId xmlns:p14="http://schemas.microsoft.com/office/powerpoint/2010/main" val="14761161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Zitat_Farbe">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D79737FE-1C79-470F-BA5B-0406C5992B8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platzhalter 3">
            <a:extLst>
              <a:ext uri="{FF2B5EF4-FFF2-40B4-BE49-F238E27FC236}">
                <a16:creationId xmlns:a16="http://schemas.microsoft.com/office/drawing/2014/main" id="{A7061B13-C907-4A87-B55A-8284A73D5D92}"/>
              </a:ext>
            </a:extLst>
          </p:cNvPr>
          <p:cNvSpPr>
            <a:spLocks noGrp="1"/>
          </p:cNvSpPr>
          <p:nvPr>
            <p:ph type="body" sz="quarter" idx="13" hasCustomPrompt="1"/>
          </p:nvPr>
        </p:nvSpPr>
        <p:spPr>
          <a:xfrm>
            <a:off x="609600" y="873125"/>
            <a:ext cx="10972800" cy="4173438"/>
          </a:xfrm>
        </p:spPr>
        <p:txBody>
          <a:bodyPr/>
          <a:lstStyle>
            <a:lvl1pPr>
              <a:defRPr lang="de-DE" sz="3200" i="1" dirty="0">
                <a:solidFill>
                  <a:schemeClr val="bg1"/>
                </a:solidFill>
                <a:latin typeface="Noto Serif Light" panose="02020502060505020204" pitchFamily="18"/>
                <a:ea typeface="Noto Serif Light" panose="02020502060505020204" pitchFamily="18"/>
                <a:cs typeface="Noto Serif Light" panose="02020502060505020204" pitchFamily="18"/>
              </a:defRPr>
            </a:lvl1pPr>
          </a:lstStyle>
          <a:p>
            <a:pPr lvl="0"/>
            <a:r>
              <a:rPr lang="de-DE" dirty="0"/>
              <a:t>Zitat</a:t>
            </a:r>
          </a:p>
        </p:txBody>
      </p:sp>
      <p:sp>
        <p:nvSpPr>
          <p:cNvPr id="6" name="Textplatzhalter 6">
            <a:extLst>
              <a:ext uri="{FF2B5EF4-FFF2-40B4-BE49-F238E27FC236}">
                <a16:creationId xmlns:a16="http://schemas.microsoft.com/office/drawing/2014/main" id="{26026BCD-A072-422C-AB4B-2FA548C4F719}"/>
              </a:ext>
            </a:extLst>
          </p:cNvPr>
          <p:cNvSpPr>
            <a:spLocks noGrp="1"/>
          </p:cNvSpPr>
          <p:nvPr>
            <p:ph type="body" sz="quarter" idx="12" hasCustomPrompt="1"/>
          </p:nvPr>
        </p:nvSpPr>
        <p:spPr>
          <a:xfrm>
            <a:off x="609600" y="5354320"/>
            <a:ext cx="10972800" cy="487680"/>
          </a:xfrm>
        </p:spPr>
        <p:txBody>
          <a:bodyPr anchor="b" anchorCtr="0"/>
          <a:lstStyle>
            <a:lvl1pPr>
              <a:defRPr lang="en-US" sz="1400" dirty="0">
                <a:solidFill>
                  <a:schemeClr val="bg1"/>
                </a:solidFill>
              </a:defRPr>
            </a:lvl1pPr>
          </a:lstStyle>
          <a:p>
            <a:pPr lvl="0"/>
            <a:r>
              <a:rPr lang="de-DE" dirty="0"/>
              <a:t>Wer wird zitiert, Quelle</a:t>
            </a:r>
            <a:endParaRPr lang="en-US" dirty="0"/>
          </a:p>
        </p:txBody>
      </p:sp>
      <p:pic>
        <p:nvPicPr>
          <p:cNvPr id="8" name="Grafik 7">
            <a:extLst>
              <a:ext uri="{FF2B5EF4-FFF2-40B4-BE49-F238E27FC236}">
                <a16:creationId xmlns:a16="http://schemas.microsoft.com/office/drawing/2014/main" id="{EA048EAF-9787-48D5-83DB-543645FD843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3083655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Zitat_Farbe + Bild">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9E4E10E8-4BB9-460B-9BDB-62195F7C8E15}"/>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Textplatzhalter 3">
            <a:extLst>
              <a:ext uri="{FF2B5EF4-FFF2-40B4-BE49-F238E27FC236}">
                <a16:creationId xmlns:a16="http://schemas.microsoft.com/office/drawing/2014/main" id="{0C75E21A-6BBF-4B32-A70F-301838EEE218}"/>
              </a:ext>
            </a:extLst>
          </p:cNvPr>
          <p:cNvSpPr>
            <a:spLocks noGrp="1"/>
          </p:cNvSpPr>
          <p:nvPr>
            <p:ph type="body" sz="quarter" idx="13" hasCustomPrompt="1"/>
          </p:nvPr>
        </p:nvSpPr>
        <p:spPr>
          <a:xfrm>
            <a:off x="609600" y="873125"/>
            <a:ext cx="5378450" cy="4173438"/>
          </a:xfrm>
        </p:spPr>
        <p:txBody>
          <a:bodyPr/>
          <a:lstStyle>
            <a:lvl1pPr>
              <a:defRPr lang="de-DE" sz="3600" b="0" i="1" kern="1200" dirty="0">
                <a:solidFill>
                  <a:schemeClr val="tx1"/>
                </a:solidFill>
                <a:latin typeface="Noto Serif Light" panose="02020502060505020204" pitchFamily="18"/>
                <a:ea typeface="Noto Serif Light" panose="02020502060505020204" pitchFamily="18"/>
                <a:cs typeface="Noto Serif Light" panose="02020502060505020204" pitchFamily="18"/>
              </a:defRPr>
            </a:lvl1pPr>
          </a:lstStyle>
          <a:p>
            <a:pPr lvl="0"/>
            <a:r>
              <a:rPr lang="de-DE" dirty="0"/>
              <a:t>Zitat</a:t>
            </a:r>
          </a:p>
        </p:txBody>
      </p:sp>
      <p:sp>
        <p:nvSpPr>
          <p:cNvPr id="6" name="Textplatzhalter 6">
            <a:extLst>
              <a:ext uri="{FF2B5EF4-FFF2-40B4-BE49-F238E27FC236}">
                <a16:creationId xmlns:a16="http://schemas.microsoft.com/office/drawing/2014/main" id="{26026BCD-A072-422C-AB4B-2FA548C4F719}"/>
              </a:ext>
            </a:extLst>
          </p:cNvPr>
          <p:cNvSpPr>
            <a:spLocks noGrp="1"/>
          </p:cNvSpPr>
          <p:nvPr>
            <p:ph type="body" sz="quarter" idx="12" hasCustomPrompt="1"/>
          </p:nvPr>
        </p:nvSpPr>
        <p:spPr>
          <a:xfrm>
            <a:off x="609600" y="5624512"/>
            <a:ext cx="5378450" cy="433387"/>
          </a:xfrm>
        </p:spPr>
        <p:txBody>
          <a:bodyPr anchor="b" anchorCtr="0"/>
          <a:lstStyle>
            <a:lvl1pPr>
              <a:defRPr sz="1400" i="0">
                <a:latin typeface="+mj-lt"/>
                <a:ea typeface="Noto Serif" panose="02020502060505020204" pitchFamily="18" charset="0"/>
                <a:cs typeface="Noto Serif" panose="02020502060505020204" pitchFamily="18" charset="0"/>
              </a:defRPr>
            </a:lvl1pPr>
          </a:lstStyle>
          <a:p>
            <a:pPr lvl="0"/>
            <a:r>
              <a:rPr lang="de-DE" dirty="0"/>
              <a:t>Wer wird zitiert, Quelle</a:t>
            </a:r>
            <a:endParaRPr lang="en-US" dirty="0"/>
          </a:p>
        </p:txBody>
      </p:sp>
      <p:pic>
        <p:nvPicPr>
          <p:cNvPr id="8" name="Grafik 7">
            <a:extLst>
              <a:ext uri="{FF2B5EF4-FFF2-40B4-BE49-F238E27FC236}">
                <a16:creationId xmlns:a16="http://schemas.microsoft.com/office/drawing/2014/main" id="{85A73340-69A4-498B-8B80-80BE3D07728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9600" y="6288480"/>
            <a:ext cx="514349" cy="164708"/>
          </a:xfrm>
          <a:prstGeom prst="rect">
            <a:avLst/>
          </a:prstGeom>
        </p:spPr>
      </p:pic>
      <p:sp>
        <p:nvSpPr>
          <p:cNvPr id="9" name="Bildplatzhalter 8">
            <a:extLst>
              <a:ext uri="{FF2B5EF4-FFF2-40B4-BE49-F238E27FC236}">
                <a16:creationId xmlns:a16="http://schemas.microsoft.com/office/drawing/2014/main" id="{2EB2E58B-9728-4374-A113-BCFD69F6357A}"/>
              </a:ext>
            </a:extLst>
          </p:cNvPr>
          <p:cNvSpPr>
            <a:spLocks noGrp="1"/>
          </p:cNvSpPr>
          <p:nvPr>
            <p:ph type="pic" sz="quarter" idx="11"/>
          </p:nvPr>
        </p:nvSpPr>
        <p:spPr>
          <a:xfrm>
            <a:off x="1515598" y="-4693921"/>
            <a:ext cx="10770898" cy="19561127"/>
          </a:xfrm>
          <a:custGeom>
            <a:avLst/>
            <a:gdLst>
              <a:gd name="connsiteX0" fmla="*/ 6127784 w 13977778"/>
              <a:gd name="connsiteY0" fmla="*/ 0 h 25385171"/>
              <a:gd name="connsiteX1" fmla="*/ 13977778 w 13977778"/>
              <a:gd name="connsiteY1" fmla="*/ 7849993 h 25385171"/>
              <a:gd name="connsiteX2" fmla="*/ 13977778 w 13977778"/>
              <a:gd name="connsiteY2" fmla="*/ 19429729 h 25385171"/>
              <a:gd name="connsiteX3" fmla="*/ 8022336 w 13977778"/>
              <a:gd name="connsiteY3" fmla="*/ 25385171 h 25385171"/>
              <a:gd name="connsiteX4" fmla="*/ 0 w 13977778"/>
              <a:gd name="connsiteY4" fmla="*/ 19767992 h 25385171"/>
              <a:gd name="connsiteX5" fmla="*/ 6127960 w 13977778"/>
              <a:gd name="connsiteY5" fmla="*/ 13640034 h 25385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77778" h="25385171">
                <a:moveTo>
                  <a:pt x="6127784" y="0"/>
                </a:moveTo>
                <a:lnTo>
                  <a:pt x="13977778" y="7849993"/>
                </a:lnTo>
                <a:lnTo>
                  <a:pt x="13977778" y="19429729"/>
                </a:lnTo>
                <a:lnTo>
                  <a:pt x="8022336" y="25385171"/>
                </a:lnTo>
                <a:lnTo>
                  <a:pt x="0" y="19767992"/>
                </a:lnTo>
                <a:lnTo>
                  <a:pt x="6127960" y="13640034"/>
                </a:lnTo>
                <a:close/>
              </a:path>
            </a:pathLst>
          </a:custGeom>
          <a:solidFill>
            <a:schemeClr val="bg2">
              <a:lumMod val="95000"/>
            </a:schemeClr>
          </a:solidFill>
        </p:spPr>
        <p:txBody>
          <a:bodyPr wrap="square">
            <a:noAutofit/>
          </a:bodyPr>
          <a:lstStyle/>
          <a:p>
            <a:r>
              <a:rPr lang="de-DE"/>
              <a:t>Bild durch Klicken auf Symbol hinzufügen</a:t>
            </a:r>
            <a:endParaRPr lang="en-US" dirty="0"/>
          </a:p>
        </p:txBody>
      </p:sp>
    </p:spTree>
    <p:extLst>
      <p:ext uri="{BB962C8B-B14F-4D97-AF65-F5344CB8AC3E}">
        <p14:creationId xmlns:p14="http://schemas.microsoft.com/office/powerpoint/2010/main" val="28075307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Zwischenseite_variabel_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DA03FB50-6373-4EEB-AE2A-E41E5293A9C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7056120"/>
            <a:ext cx="23070503" cy="23070503"/>
          </a:xfrm>
          <a:prstGeom prst="rect">
            <a:avLst/>
          </a:prstGeom>
        </p:spPr>
      </p:pic>
      <p:sp>
        <p:nvSpPr>
          <p:cNvPr id="2" name="Titel 1">
            <a:extLst>
              <a:ext uri="{FF2B5EF4-FFF2-40B4-BE49-F238E27FC236}">
                <a16:creationId xmlns:a16="http://schemas.microsoft.com/office/drawing/2014/main" id="{5C91A62C-18CD-4962-933C-7CEB68A0AEF6}"/>
              </a:ext>
            </a:extLst>
          </p:cNvPr>
          <p:cNvSpPr>
            <a:spLocks noGrp="1"/>
          </p:cNvSpPr>
          <p:nvPr>
            <p:ph type="title"/>
          </p:nvPr>
        </p:nvSpPr>
        <p:spPr>
          <a:xfrm>
            <a:off x="609601" y="2997200"/>
            <a:ext cx="10972800" cy="719138"/>
          </a:xfrm>
          <a:prstGeom prst="rect">
            <a:avLst/>
          </a:prstGeom>
        </p:spPr>
        <p:txBody>
          <a:bodyPr tIns="0"/>
          <a:lstStyle>
            <a:lvl1pPr>
              <a:defRPr sz="3600">
                <a:solidFill>
                  <a:schemeClr val="bg1"/>
                </a:solidFill>
                <a:latin typeface="+mj-lt"/>
              </a:defRPr>
            </a:lvl1pPr>
          </a:lstStyle>
          <a:p>
            <a:r>
              <a:rPr lang="de-DE" dirty="0"/>
              <a:t>Mastertitelformat 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p:ph type="body" sz="quarter" idx="10"/>
          </p:nvPr>
        </p:nvSpPr>
        <p:spPr>
          <a:xfrm>
            <a:off x="609601" y="4297679"/>
            <a:ext cx="10972800" cy="1544321"/>
          </a:xfrm>
          <a:prstGeom prst="rect">
            <a:avLst/>
          </a:prstGeom>
        </p:spPr>
        <p:txBody>
          <a:bodyPr/>
          <a:lstStyle>
            <a:lvl1pPr>
              <a:defRPr sz="2000">
                <a:solidFill>
                  <a:schemeClr val="bg1"/>
                </a:solidFill>
              </a:defRPr>
            </a:lvl1pPr>
          </a:lstStyle>
          <a:p>
            <a:pPr lvl="0"/>
            <a:r>
              <a:rPr lang="de-DE" dirty="0"/>
              <a:t>Mastertextformat bearbeiten</a:t>
            </a:r>
          </a:p>
        </p:txBody>
      </p:sp>
    </p:spTree>
    <p:extLst>
      <p:ext uri="{BB962C8B-B14F-4D97-AF65-F5344CB8AC3E}">
        <p14:creationId xmlns:p14="http://schemas.microsoft.com/office/powerpoint/2010/main" val="26790176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Zwischenseite_variabel_2">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DA03FB50-6373-4EEB-AE2A-E41E5293A9C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58240" y="-6925627"/>
            <a:ext cx="14660880" cy="14660880"/>
          </a:xfrm>
          <a:prstGeom prst="rect">
            <a:avLst/>
          </a:prstGeom>
        </p:spPr>
      </p:pic>
      <p:pic>
        <p:nvPicPr>
          <p:cNvPr id="6" name="Grafik 5">
            <a:extLst>
              <a:ext uri="{FF2B5EF4-FFF2-40B4-BE49-F238E27FC236}">
                <a16:creationId xmlns:a16="http://schemas.microsoft.com/office/drawing/2014/main" id="{0D88D79D-95E0-48C6-B019-1226D5FFE88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9600" y="6288480"/>
            <a:ext cx="514349" cy="164708"/>
          </a:xfrm>
          <a:prstGeom prst="rect">
            <a:avLst/>
          </a:prstGeom>
        </p:spPr>
      </p:pic>
      <p:sp>
        <p:nvSpPr>
          <p:cNvPr id="7" name="Titel 1">
            <a:extLst>
              <a:ext uri="{FF2B5EF4-FFF2-40B4-BE49-F238E27FC236}">
                <a16:creationId xmlns:a16="http://schemas.microsoft.com/office/drawing/2014/main" id="{1F6757A7-BF21-40B3-87C7-F536EB125A35}"/>
              </a:ext>
            </a:extLst>
          </p:cNvPr>
          <p:cNvSpPr>
            <a:spLocks noGrp="1"/>
          </p:cNvSpPr>
          <p:nvPr>
            <p:ph type="title"/>
          </p:nvPr>
        </p:nvSpPr>
        <p:spPr>
          <a:xfrm>
            <a:off x="609600" y="1052513"/>
            <a:ext cx="10972800" cy="914400"/>
          </a:xfrm>
          <a:prstGeom prst="rect">
            <a:avLst/>
          </a:prstGeom>
        </p:spPr>
        <p:txBody>
          <a:bodyPr/>
          <a:lstStyle>
            <a:lvl1pPr>
              <a:defRPr sz="3600">
                <a:solidFill>
                  <a:schemeClr val="accent1"/>
                </a:solidFill>
                <a:latin typeface="+mj-lt"/>
              </a:defRPr>
            </a:lvl1pPr>
          </a:lstStyle>
          <a:p>
            <a:r>
              <a:rPr lang="de-DE" dirty="0"/>
              <a:t>Mastertitelformat bearbeiten</a:t>
            </a:r>
          </a:p>
        </p:txBody>
      </p:sp>
      <p:sp>
        <p:nvSpPr>
          <p:cNvPr id="8" name="Textplatzhalter 8">
            <a:extLst>
              <a:ext uri="{FF2B5EF4-FFF2-40B4-BE49-F238E27FC236}">
                <a16:creationId xmlns:a16="http://schemas.microsoft.com/office/drawing/2014/main" id="{8A27A73C-FDCC-408D-8A9B-5EBAC19162EE}"/>
              </a:ext>
            </a:extLst>
          </p:cNvPr>
          <p:cNvSpPr>
            <a:spLocks noGrp="1"/>
          </p:cNvSpPr>
          <p:nvPr>
            <p:ph type="body" sz="quarter" idx="10"/>
          </p:nvPr>
        </p:nvSpPr>
        <p:spPr>
          <a:xfrm>
            <a:off x="609600" y="2286952"/>
            <a:ext cx="10972800" cy="1142048"/>
          </a:xfrm>
          <a:prstGeom prst="rect">
            <a:avLst/>
          </a:prstGeom>
        </p:spPr>
        <p:txBody>
          <a:bodyPr/>
          <a:lstStyle>
            <a:lvl1pPr>
              <a:defRPr sz="2000">
                <a:solidFill>
                  <a:schemeClr val="accent1"/>
                </a:solidFill>
              </a:defRPr>
            </a:lvl1pPr>
          </a:lstStyle>
          <a:p>
            <a:pPr lvl="0"/>
            <a:r>
              <a:rPr lang="de-DE" dirty="0"/>
              <a:t>Mastertextformat bearbeiten</a:t>
            </a:r>
          </a:p>
        </p:txBody>
      </p:sp>
    </p:spTree>
    <p:extLst>
      <p:ext uri="{BB962C8B-B14F-4D97-AF65-F5344CB8AC3E}">
        <p14:creationId xmlns:p14="http://schemas.microsoft.com/office/powerpoint/2010/main" val="104937325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Zwischenseite_variabel_3">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7369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 name="Grafik 7">
            <a:extLst>
              <a:ext uri="{FF2B5EF4-FFF2-40B4-BE49-F238E27FC236}">
                <a16:creationId xmlns:a16="http://schemas.microsoft.com/office/drawing/2014/main" id="{ACAEB40F-408E-4739-B8F1-87C3D3468D06}"/>
              </a:ext>
              <a:ext uri="{C183D7F6-B498-43B3-948B-1728B52AA6E4}">
                <adec:decorative xmlns:adec="http://schemas.microsoft.com/office/drawing/2017/decorative" val="1"/>
              </a:ext>
            </a:extLst>
          </p:cNvPr>
          <p:cNvGrpSpPr/>
          <p:nvPr/>
        </p:nvGrpSpPr>
        <p:grpSpPr>
          <a:xfrm rot="5400000">
            <a:off x="-5498743" y="-5465484"/>
            <a:ext cx="17788812" cy="17788968"/>
            <a:chOff x="-14264640" y="-3715061"/>
            <a:chExt cx="22488583" cy="22488781"/>
          </a:xfrm>
          <a:solidFill>
            <a:schemeClr val="accent2"/>
          </a:solidFill>
        </p:grpSpPr>
        <p:sp>
          <p:nvSpPr>
            <p:cNvPr id="6" name="Freihandform: Form 5">
              <a:extLst>
                <a:ext uri="{FF2B5EF4-FFF2-40B4-BE49-F238E27FC236}">
                  <a16:creationId xmlns:a16="http://schemas.microsoft.com/office/drawing/2014/main" id="{A195269A-E3C2-4E88-93E3-F49E631252D9}"/>
                </a:ext>
              </a:extLst>
            </p:cNvPr>
            <p:cNvSpPr/>
            <p:nvPr/>
          </p:nvSpPr>
          <p:spPr>
            <a:xfrm>
              <a:off x="-7293192" y="-3715061"/>
              <a:ext cx="15517136" cy="14730115"/>
            </a:xfrm>
            <a:custGeom>
              <a:avLst/>
              <a:gdLst>
                <a:gd name="connsiteX0" fmla="*/ 15517137 w 15517136"/>
                <a:gd name="connsiteY0" fmla="*/ 13362007 h 14730115"/>
                <a:gd name="connsiteX1" fmla="*/ 7758668 w 15517136"/>
                <a:gd name="connsiteY1" fmla="*/ 14730115 h 14730115"/>
                <a:gd name="connsiteX2" fmla="*/ 7758668 w 15517136"/>
                <a:gd name="connsiteY2" fmla="*/ 7758667 h 14730115"/>
                <a:gd name="connsiteX3" fmla="*/ 0 w 15517136"/>
                <a:gd name="connsiteY3" fmla="*/ 0 h 14730115"/>
                <a:gd name="connsiteX4" fmla="*/ 8930316 w 15517136"/>
                <a:gd name="connsiteY4" fmla="*/ 198 h 14730115"/>
                <a:gd name="connsiteX5" fmla="*/ 15517137 w 15517136"/>
                <a:gd name="connsiteY5" fmla="*/ 6586821 h 14730115"/>
                <a:gd name="connsiteX6" fmla="*/ 15517137 w 15517136"/>
                <a:gd name="connsiteY6" fmla="*/ 13362007 h 1473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17136" h="14730115">
                  <a:moveTo>
                    <a:pt x="15517137" y="13362007"/>
                  </a:moveTo>
                  <a:lnTo>
                    <a:pt x="7758668" y="14730115"/>
                  </a:lnTo>
                  <a:lnTo>
                    <a:pt x="7758668" y="7758667"/>
                  </a:lnTo>
                  <a:lnTo>
                    <a:pt x="0" y="0"/>
                  </a:lnTo>
                  <a:lnTo>
                    <a:pt x="8930316" y="198"/>
                  </a:lnTo>
                  <a:lnTo>
                    <a:pt x="15517137" y="6586821"/>
                  </a:lnTo>
                  <a:lnTo>
                    <a:pt x="15517137" y="13362007"/>
                  </a:lnTo>
                  <a:close/>
                </a:path>
              </a:pathLst>
            </a:custGeom>
            <a:grpFill/>
            <a:ln w="19744" cap="flat">
              <a:noFill/>
              <a:prstDash val="solid"/>
              <a:miter/>
            </a:ln>
          </p:spPr>
          <p:txBody>
            <a:bodyPr rtlCol="0" anchor="ctr"/>
            <a:lstStyle/>
            <a:p>
              <a:endParaRPr lang="en-US"/>
            </a:p>
          </p:txBody>
        </p:sp>
        <p:sp>
          <p:nvSpPr>
            <p:cNvPr id="7" name="Freihandform: Form 6">
              <a:extLst>
                <a:ext uri="{FF2B5EF4-FFF2-40B4-BE49-F238E27FC236}">
                  <a16:creationId xmlns:a16="http://schemas.microsoft.com/office/drawing/2014/main" id="{1539E4E4-5E00-4985-8757-11EFDE979DB4}"/>
                </a:ext>
              </a:extLst>
            </p:cNvPr>
            <p:cNvSpPr/>
            <p:nvPr/>
          </p:nvSpPr>
          <p:spPr>
            <a:xfrm>
              <a:off x="-14264640" y="4043604"/>
              <a:ext cx="15517334" cy="14730114"/>
            </a:xfrm>
            <a:custGeom>
              <a:avLst/>
              <a:gdLst>
                <a:gd name="connsiteX0" fmla="*/ 0 w 15517334"/>
                <a:gd name="connsiteY0" fmla="*/ 1368109 h 14730114"/>
                <a:gd name="connsiteX1" fmla="*/ 7758470 w 15517334"/>
                <a:gd name="connsiteY1" fmla="*/ 0 h 14730114"/>
                <a:gd name="connsiteX2" fmla="*/ 7758470 w 15517334"/>
                <a:gd name="connsiteY2" fmla="*/ 6971449 h 14730114"/>
                <a:gd name="connsiteX3" fmla="*/ 15517335 w 15517334"/>
                <a:gd name="connsiteY3" fmla="*/ 14730115 h 14730114"/>
                <a:gd name="connsiteX4" fmla="*/ 6586822 w 15517334"/>
                <a:gd name="connsiteY4" fmla="*/ 14730115 h 14730114"/>
                <a:gd name="connsiteX5" fmla="*/ 0 w 15517334"/>
                <a:gd name="connsiteY5" fmla="*/ 8143294 h 14730114"/>
                <a:gd name="connsiteX6" fmla="*/ 0 w 15517334"/>
                <a:gd name="connsiteY6" fmla="*/ 1368109 h 1473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17334" h="14730114">
                  <a:moveTo>
                    <a:pt x="0" y="1368109"/>
                  </a:moveTo>
                  <a:lnTo>
                    <a:pt x="7758470" y="0"/>
                  </a:lnTo>
                  <a:lnTo>
                    <a:pt x="7758470" y="6971449"/>
                  </a:lnTo>
                  <a:lnTo>
                    <a:pt x="15517335" y="14730115"/>
                  </a:lnTo>
                  <a:lnTo>
                    <a:pt x="6586822" y="14730115"/>
                  </a:lnTo>
                  <a:lnTo>
                    <a:pt x="0" y="8143294"/>
                  </a:lnTo>
                  <a:lnTo>
                    <a:pt x="0" y="1368109"/>
                  </a:lnTo>
                  <a:close/>
                </a:path>
              </a:pathLst>
            </a:custGeom>
            <a:grpFill/>
            <a:ln w="19744" cap="flat">
              <a:noFill/>
              <a:prstDash val="solid"/>
              <a:miter/>
            </a:ln>
          </p:spPr>
          <p:txBody>
            <a:bodyPr rtlCol="0" anchor="ctr"/>
            <a:lstStyle/>
            <a:p>
              <a:endParaRPr lang="en-US"/>
            </a:p>
          </p:txBody>
        </p:sp>
      </p:grpSp>
      <p:sp>
        <p:nvSpPr>
          <p:cNvPr id="2" name="Titel 1">
            <a:extLst>
              <a:ext uri="{FF2B5EF4-FFF2-40B4-BE49-F238E27FC236}">
                <a16:creationId xmlns:a16="http://schemas.microsoft.com/office/drawing/2014/main" id="{5C91A62C-18CD-4962-933C-7CEB68A0AEF6}"/>
              </a:ext>
            </a:extLst>
          </p:cNvPr>
          <p:cNvSpPr>
            <a:spLocks noGrp="1"/>
          </p:cNvSpPr>
          <p:nvPr userDrawn="1">
            <p:ph type="title"/>
          </p:nvPr>
        </p:nvSpPr>
        <p:spPr>
          <a:xfrm>
            <a:off x="609599" y="1052513"/>
            <a:ext cx="7250113" cy="914400"/>
          </a:xfrm>
          <a:prstGeom prst="rect">
            <a:avLst/>
          </a:prstGeom>
        </p:spPr>
        <p:txBody>
          <a:bodyPr/>
          <a:lstStyle>
            <a:lvl1pPr>
              <a:defRPr sz="3600">
                <a:solidFill>
                  <a:schemeClr val="bg1"/>
                </a:solidFill>
                <a:latin typeface="+mj-lt"/>
              </a:defRPr>
            </a:lvl1pPr>
          </a:lstStyle>
          <a:p>
            <a:r>
              <a:rPr lang="de-DE" dirty="0"/>
              <a:t>Mastertitelformat 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userDrawn="1">
            <p:ph type="body" sz="quarter" idx="10"/>
          </p:nvPr>
        </p:nvSpPr>
        <p:spPr>
          <a:xfrm>
            <a:off x="609599" y="2286952"/>
            <a:ext cx="7250113" cy="1142048"/>
          </a:xfrm>
          <a:prstGeom prst="rect">
            <a:avLst/>
          </a:prstGeom>
        </p:spPr>
        <p:txBody>
          <a:bodyPr/>
          <a:lstStyle>
            <a:lvl1pPr>
              <a:defRPr sz="2000">
                <a:solidFill>
                  <a:schemeClr val="bg1"/>
                </a:solidFill>
              </a:defRPr>
            </a:lvl1pPr>
          </a:lstStyle>
          <a:p>
            <a:pPr lvl="0"/>
            <a:r>
              <a:rPr lang="de-DE" dirty="0"/>
              <a:t>Mastertextformat bearbeiten</a:t>
            </a:r>
          </a:p>
        </p:txBody>
      </p:sp>
    </p:spTree>
    <p:extLst>
      <p:ext uri="{BB962C8B-B14F-4D97-AF65-F5344CB8AC3E}">
        <p14:creationId xmlns:p14="http://schemas.microsoft.com/office/powerpoint/2010/main" val="20965121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Zwischenseite_variabel_4">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8B1607CC-7926-42F8-A9D4-9EB30CCC421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874240" y="-12475330"/>
            <a:ext cx="44978353" cy="31808659"/>
          </a:xfrm>
          <a:prstGeom prst="rect">
            <a:avLst/>
          </a:prstGeom>
        </p:spPr>
      </p:pic>
      <p:sp>
        <p:nvSpPr>
          <p:cNvPr id="2" name="Titel 1">
            <a:extLst>
              <a:ext uri="{FF2B5EF4-FFF2-40B4-BE49-F238E27FC236}">
                <a16:creationId xmlns:a16="http://schemas.microsoft.com/office/drawing/2014/main" id="{5C91A62C-18CD-4962-933C-7CEB68A0AEF6}"/>
              </a:ext>
            </a:extLst>
          </p:cNvPr>
          <p:cNvSpPr>
            <a:spLocks noGrp="1"/>
          </p:cNvSpPr>
          <p:nvPr userDrawn="1">
            <p:ph type="title"/>
          </p:nvPr>
        </p:nvSpPr>
        <p:spPr>
          <a:xfrm>
            <a:off x="609600" y="1052513"/>
            <a:ext cx="4441826" cy="914400"/>
          </a:xfrm>
          <a:prstGeom prst="rect">
            <a:avLst/>
          </a:prstGeom>
        </p:spPr>
        <p:txBody>
          <a:bodyPr/>
          <a:lstStyle>
            <a:lvl1pPr>
              <a:defRPr sz="3600">
                <a:solidFill>
                  <a:schemeClr val="accent1"/>
                </a:solidFill>
                <a:latin typeface="+mj-lt"/>
              </a:defRPr>
            </a:lvl1pPr>
          </a:lstStyle>
          <a:p>
            <a:r>
              <a:rPr lang="de-DE" dirty="0"/>
              <a:t>Mastertitelformat 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userDrawn="1">
            <p:ph type="body" sz="quarter" idx="10"/>
          </p:nvPr>
        </p:nvSpPr>
        <p:spPr>
          <a:xfrm>
            <a:off x="609600" y="2286952"/>
            <a:ext cx="4441826" cy="1142048"/>
          </a:xfrm>
          <a:prstGeom prst="rect">
            <a:avLst/>
          </a:prstGeom>
        </p:spPr>
        <p:txBody>
          <a:bodyPr/>
          <a:lstStyle>
            <a:lvl1pPr>
              <a:defRPr sz="2000">
                <a:solidFill>
                  <a:schemeClr val="accent1"/>
                </a:solidFill>
              </a:defRPr>
            </a:lvl1pPr>
          </a:lstStyle>
          <a:p>
            <a:pPr lvl="0"/>
            <a:r>
              <a:rPr lang="de-DE" dirty="0"/>
              <a:t>Mastertextformat bearbeiten</a:t>
            </a:r>
          </a:p>
        </p:txBody>
      </p:sp>
      <p:pic>
        <p:nvPicPr>
          <p:cNvPr id="7" name="Grafik 6">
            <a:extLst>
              <a:ext uri="{FF2B5EF4-FFF2-40B4-BE49-F238E27FC236}">
                <a16:creationId xmlns:a16="http://schemas.microsoft.com/office/drawing/2014/main" id="{DD72FC72-0865-4AAF-8322-C3045B84570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128500395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Zwischenseite_variabel_5">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C8C8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A26BB01A-29ED-4144-A31A-DD51B560616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3445953" y="-7589795"/>
            <a:ext cx="39323474" cy="23368550"/>
          </a:xfrm>
          <a:prstGeom prst="rect">
            <a:avLst/>
          </a:prstGeom>
        </p:spPr>
      </p:pic>
      <p:sp>
        <p:nvSpPr>
          <p:cNvPr id="2" name="Titel 1">
            <a:extLst>
              <a:ext uri="{FF2B5EF4-FFF2-40B4-BE49-F238E27FC236}">
                <a16:creationId xmlns:a16="http://schemas.microsoft.com/office/drawing/2014/main" id="{5C91A62C-18CD-4962-933C-7CEB68A0AEF6}"/>
              </a:ext>
            </a:extLst>
          </p:cNvPr>
          <p:cNvSpPr>
            <a:spLocks noGrp="1"/>
          </p:cNvSpPr>
          <p:nvPr>
            <p:ph type="title" hasCustomPrompt="1"/>
          </p:nvPr>
        </p:nvSpPr>
        <p:spPr>
          <a:xfrm>
            <a:off x="609600" y="1052513"/>
            <a:ext cx="5334000" cy="914400"/>
          </a:xfrm>
          <a:prstGeom prst="rect">
            <a:avLst/>
          </a:prstGeom>
        </p:spPr>
        <p:txBody>
          <a:bodyPr/>
          <a:lstStyle>
            <a:lvl1pPr>
              <a:defRPr sz="3600">
                <a:solidFill>
                  <a:schemeClr val="bg1"/>
                </a:solidFill>
                <a:latin typeface="+mj-lt"/>
              </a:defRPr>
            </a:lvl1pPr>
          </a:lstStyle>
          <a:p>
            <a:r>
              <a:rPr lang="de-DE" dirty="0"/>
              <a:t>Mastertitelformat </a:t>
            </a:r>
            <a:br>
              <a:rPr lang="de-DE" dirty="0"/>
            </a:br>
            <a:r>
              <a:rPr lang="de-DE" dirty="0"/>
              <a:t>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p:ph type="body" sz="quarter" idx="10"/>
          </p:nvPr>
        </p:nvSpPr>
        <p:spPr>
          <a:xfrm>
            <a:off x="609600" y="2286952"/>
            <a:ext cx="5334000" cy="1089659"/>
          </a:xfrm>
          <a:prstGeom prst="rect">
            <a:avLst/>
          </a:prstGeom>
        </p:spPr>
        <p:txBody>
          <a:bodyPr/>
          <a:lstStyle>
            <a:lvl1pPr>
              <a:defRPr sz="2000">
                <a:solidFill>
                  <a:schemeClr val="bg1"/>
                </a:solidFill>
              </a:defRPr>
            </a:lvl1pPr>
          </a:lstStyle>
          <a:p>
            <a:pPr lvl="0"/>
            <a:r>
              <a:rPr lang="de-DE" dirty="0"/>
              <a:t>Mastertextformat bearbeiten</a:t>
            </a:r>
          </a:p>
        </p:txBody>
      </p:sp>
      <p:pic>
        <p:nvPicPr>
          <p:cNvPr id="7" name="Grafik 6">
            <a:extLst>
              <a:ext uri="{FF2B5EF4-FFF2-40B4-BE49-F238E27FC236}">
                <a16:creationId xmlns:a16="http://schemas.microsoft.com/office/drawing/2014/main" id="{8C077647-9C5F-4C27-93BC-289003A545F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31445642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Zwischenseite_variabel_6">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FFAAA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4A585B0F-EAE3-4972-B2DD-61B691A3719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3568399" y="-22289839"/>
            <a:ext cx="37239647" cy="53967254"/>
          </a:xfrm>
          <a:prstGeom prst="rect">
            <a:avLst/>
          </a:prstGeom>
        </p:spPr>
      </p:pic>
      <p:sp>
        <p:nvSpPr>
          <p:cNvPr id="11" name="Titel 1">
            <a:extLst>
              <a:ext uri="{FF2B5EF4-FFF2-40B4-BE49-F238E27FC236}">
                <a16:creationId xmlns:a16="http://schemas.microsoft.com/office/drawing/2014/main" id="{53F19BAF-18FD-44C8-85CA-F8853215C1CE}"/>
              </a:ext>
            </a:extLst>
          </p:cNvPr>
          <p:cNvSpPr>
            <a:spLocks noGrp="1"/>
          </p:cNvSpPr>
          <p:nvPr>
            <p:ph type="title"/>
          </p:nvPr>
        </p:nvSpPr>
        <p:spPr>
          <a:xfrm>
            <a:off x="609600" y="1052513"/>
            <a:ext cx="10972800" cy="914400"/>
          </a:xfrm>
          <a:prstGeom prst="rect">
            <a:avLst/>
          </a:prstGeom>
        </p:spPr>
        <p:txBody>
          <a:bodyPr/>
          <a:lstStyle>
            <a:lvl1pPr>
              <a:defRPr sz="3600">
                <a:solidFill>
                  <a:schemeClr val="accent1"/>
                </a:solidFill>
                <a:latin typeface="+mj-lt"/>
              </a:defRPr>
            </a:lvl1pPr>
          </a:lstStyle>
          <a:p>
            <a:r>
              <a:rPr lang="de-DE" dirty="0"/>
              <a:t>Mastertitelformat bearbeiten</a:t>
            </a:r>
          </a:p>
        </p:txBody>
      </p:sp>
      <p:sp>
        <p:nvSpPr>
          <p:cNvPr id="12" name="Textplatzhalter 8">
            <a:extLst>
              <a:ext uri="{FF2B5EF4-FFF2-40B4-BE49-F238E27FC236}">
                <a16:creationId xmlns:a16="http://schemas.microsoft.com/office/drawing/2014/main" id="{7CA3D32E-E2F8-4C0E-AF41-451C8329671D}"/>
              </a:ext>
            </a:extLst>
          </p:cNvPr>
          <p:cNvSpPr>
            <a:spLocks noGrp="1"/>
          </p:cNvSpPr>
          <p:nvPr>
            <p:ph type="body" sz="quarter" idx="10"/>
          </p:nvPr>
        </p:nvSpPr>
        <p:spPr>
          <a:xfrm>
            <a:off x="609600" y="2286952"/>
            <a:ext cx="10972800" cy="1142048"/>
          </a:xfrm>
          <a:prstGeom prst="rect">
            <a:avLst/>
          </a:prstGeom>
        </p:spPr>
        <p:txBody>
          <a:bodyPr/>
          <a:lstStyle>
            <a:lvl1pPr>
              <a:defRPr sz="2000">
                <a:solidFill>
                  <a:schemeClr val="accent1"/>
                </a:solidFill>
              </a:defRPr>
            </a:lvl1pPr>
          </a:lstStyle>
          <a:p>
            <a:pPr lvl="0"/>
            <a:r>
              <a:rPr lang="de-DE" dirty="0"/>
              <a:t>Mastertextformat bearbeiten</a:t>
            </a:r>
          </a:p>
        </p:txBody>
      </p:sp>
      <p:pic>
        <p:nvPicPr>
          <p:cNvPr id="13" name="Grafik 12">
            <a:extLst>
              <a:ext uri="{FF2B5EF4-FFF2-40B4-BE49-F238E27FC236}">
                <a16:creationId xmlns:a16="http://schemas.microsoft.com/office/drawing/2014/main" id="{DA0901FF-14F3-43C6-9205-4A412557C2A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204282948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Zwischenseite_variabel_7">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9FBB6767-F2B8-4BAA-BF07-3F9A160B300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84427" y="-5069549"/>
            <a:ext cx="18380919" cy="18211119"/>
          </a:xfrm>
          <a:prstGeom prst="rect">
            <a:avLst/>
          </a:prstGeom>
        </p:spPr>
      </p:pic>
      <p:sp>
        <p:nvSpPr>
          <p:cNvPr id="2" name="Titel 1">
            <a:extLst>
              <a:ext uri="{FF2B5EF4-FFF2-40B4-BE49-F238E27FC236}">
                <a16:creationId xmlns:a16="http://schemas.microsoft.com/office/drawing/2014/main" id="{5C91A62C-18CD-4962-933C-7CEB68A0AEF6}"/>
              </a:ext>
            </a:extLst>
          </p:cNvPr>
          <p:cNvSpPr>
            <a:spLocks noGrp="1"/>
          </p:cNvSpPr>
          <p:nvPr>
            <p:ph type="title"/>
          </p:nvPr>
        </p:nvSpPr>
        <p:spPr>
          <a:xfrm>
            <a:off x="609600" y="873125"/>
            <a:ext cx="10972800" cy="914400"/>
          </a:xfrm>
          <a:prstGeom prst="rect">
            <a:avLst/>
          </a:prstGeom>
        </p:spPr>
        <p:txBody>
          <a:bodyPr tIns="0"/>
          <a:lstStyle>
            <a:lvl1pPr>
              <a:defRPr sz="3600">
                <a:solidFill>
                  <a:schemeClr val="bg1"/>
                </a:solidFill>
                <a:latin typeface="+mj-lt"/>
              </a:defRPr>
            </a:lvl1pPr>
          </a:lstStyle>
          <a:p>
            <a:r>
              <a:rPr lang="de-DE" dirty="0"/>
              <a:t>Mastertitelformat 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p:ph type="body" sz="quarter" idx="10"/>
          </p:nvPr>
        </p:nvSpPr>
        <p:spPr>
          <a:xfrm>
            <a:off x="609600" y="2107565"/>
            <a:ext cx="10972800" cy="873760"/>
          </a:xfrm>
          <a:prstGeom prst="rect">
            <a:avLst/>
          </a:prstGeom>
        </p:spPr>
        <p:txBody>
          <a:bodyPr/>
          <a:lstStyle>
            <a:lvl1pPr>
              <a:defRPr sz="2000">
                <a:solidFill>
                  <a:schemeClr val="bg1"/>
                </a:solidFill>
              </a:defRPr>
            </a:lvl1pPr>
          </a:lstStyle>
          <a:p>
            <a:pPr lvl="0"/>
            <a:r>
              <a:rPr lang="de-DE" dirty="0"/>
              <a:t>Mastertextformat bearbeiten</a:t>
            </a:r>
          </a:p>
        </p:txBody>
      </p:sp>
    </p:spTree>
    <p:extLst>
      <p:ext uri="{BB962C8B-B14F-4D97-AF65-F5344CB8AC3E}">
        <p14:creationId xmlns:p14="http://schemas.microsoft.com/office/powerpoint/2010/main" val="6961879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elfolie_Blau-Blau">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76E57C58-43E6-4DA0-BC7D-0DB0606AB59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000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7D9BDB7B-ED04-48F9-A597-5D65D94A307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4760594" y="-4145914"/>
            <a:ext cx="17099914" cy="17099914"/>
          </a:xfrm>
          <a:prstGeom prst="rect">
            <a:avLst/>
          </a:prstGeom>
        </p:spPr>
      </p:pic>
      <p:sp>
        <p:nvSpPr>
          <p:cNvPr id="10" name="Titel 1">
            <a:extLst>
              <a:ext uri="{FF2B5EF4-FFF2-40B4-BE49-F238E27FC236}">
                <a16:creationId xmlns:a16="http://schemas.microsoft.com/office/drawing/2014/main" id="{1E516721-5786-4D57-87BF-FB724C98CD9E}"/>
              </a:ext>
            </a:extLst>
          </p:cNvPr>
          <p:cNvSpPr>
            <a:spLocks noGrp="1"/>
          </p:cNvSpPr>
          <p:nvPr>
            <p:ph type="ctrTitle"/>
          </p:nvPr>
        </p:nvSpPr>
        <p:spPr>
          <a:xfrm>
            <a:off x="609600" y="3429000"/>
            <a:ext cx="10972800" cy="2196296"/>
          </a:xfrm>
          <a:prstGeom prst="rect">
            <a:avLst/>
          </a:prstGeom>
        </p:spPr>
        <p:txBody>
          <a:bodyPr anchor="t"/>
          <a:lstStyle>
            <a:lvl1pPr algn="l">
              <a:defRPr sz="4400">
                <a:solidFill>
                  <a:schemeClr val="bg1"/>
                </a:solidFill>
              </a:defRPr>
            </a:lvl1pPr>
          </a:lstStyle>
          <a:p>
            <a:r>
              <a:rPr lang="de-DE" dirty="0"/>
              <a:t>Mastertitelformat bearbeiten</a:t>
            </a:r>
          </a:p>
        </p:txBody>
      </p:sp>
      <p:sp>
        <p:nvSpPr>
          <p:cNvPr id="11" name="Untertitel 2">
            <a:extLst>
              <a:ext uri="{FF2B5EF4-FFF2-40B4-BE49-F238E27FC236}">
                <a16:creationId xmlns:a16="http://schemas.microsoft.com/office/drawing/2014/main" id="{67F963C2-5833-44AC-B450-8D1C60C751CB}"/>
              </a:ext>
            </a:extLst>
          </p:cNvPr>
          <p:cNvSpPr>
            <a:spLocks noGrp="1"/>
          </p:cNvSpPr>
          <p:nvPr>
            <p:ph type="subTitle" idx="1"/>
          </p:nvPr>
        </p:nvSpPr>
        <p:spPr>
          <a:xfrm>
            <a:off x="609600" y="1736725"/>
            <a:ext cx="10972800" cy="1404937"/>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pic>
        <p:nvPicPr>
          <p:cNvPr id="9" name="Grafik 8"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CB286486-4081-46A3-8FB1-838C770D442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9600" y="404813"/>
            <a:ext cx="1980000" cy="660000"/>
          </a:xfrm>
          <a:prstGeom prst="rect">
            <a:avLst/>
          </a:prstGeom>
        </p:spPr>
      </p:pic>
      <p:sp>
        <p:nvSpPr>
          <p:cNvPr id="12" name="Textplatzhalter 2">
            <a:extLst>
              <a:ext uri="{FF2B5EF4-FFF2-40B4-BE49-F238E27FC236}">
                <a16:creationId xmlns:a16="http://schemas.microsoft.com/office/drawing/2014/main" id="{CEC26066-137F-4859-8099-2F31E34E4121}"/>
              </a:ext>
            </a:extLst>
          </p:cNvPr>
          <p:cNvSpPr>
            <a:spLocks noGrp="1"/>
          </p:cNvSpPr>
          <p:nvPr>
            <p:ph type="body" sz="quarter" idx="10"/>
          </p:nvPr>
        </p:nvSpPr>
        <p:spPr>
          <a:xfrm>
            <a:off x="609600" y="6312025"/>
            <a:ext cx="7833064" cy="256573"/>
          </a:xfrm>
        </p:spPr>
        <p:txBody>
          <a:bodyPr/>
          <a:lstStyle>
            <a:lvl1pPr>
              <a:defRPr sz="1200">
                <a:solidFill>
                  <a:schemeClr val="bg1"/>
                </a:solidFill>
              </a:defRPr>
            </a:lvl1pPr>
          </a:lstStyle>
          <a:p>
            <a:pPr lvl="0"/>
            <a:r>
              <a:rPr lang="de-DE" dirty="0"/>
              <a:t>Mastertextformat bearbeiten</a:t>
            </a:r>
          </a:p>
        </p:txBody>
      </p:sp>
    </p:spTree>
    <p:extLst>
      <p:ext uri="{BB962C8B-B14F-4D97-AF65-F5344CB8AC3E}">
        <p14:creationId xmlns:p14="http://schemas.microsoft.com/office/powerpoint/2010/main" val="23461728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elseite_variabel + Bild_1">
    <p:spTree>
      <p:nvGrpSpPr>
        <p:cNvPr id="1" name=""/>
        <p:cNvGrpSpPr/>
        <p:nvPr/>
      </p:nvGrpSpPr>
      <p:grpSpPr>
        <a:xfrm>
          <a:off x="0" y="0"/>
          <a:ext cx="0" cy="0"/>
          <a:chOff x="0" y="0"/>
          <a:chExt cx="0" cy="0"/>
        </a:xfrm>
      </p:grpSpPr>
      <p:sp>
        <p:nvSpPr>
          <p:cNvPr id="14" name="Bildplatzhalter 13">
            <a:extLst>
              <a:ext uri="{FF2B5EF4-FFF2-40B4-BE49-F238E27FC236}">
                <a16:creationId xmlns:a16="http://schemas.microsoft.com/office/drawing/2014/main" id="{1974DA36-F6FF-4071-9FE9-C71612DFE914}"/>
              </a:ext>
              <a:ext uri="{C183D7F6-B498-43B3-948B-1728B52AA6E4}">
                <adec:decorative xmlns:adec="http://schemas.microsoft.com/office/drawing/2017/decorative" val="0"/>
              </a:ext>
            </a:extLst>
          </p:cNvPr>
          <p:cNvSpPr>
            <a:spLocks noGrp="1"/>
          </p:cNvSpPr>
          <p:nvPr>
            <p:ph type="pic" sz="quarter" idx="11"/>
          </p:nvPr>
        </p:nvSpPr>
        <p:spPr>
          <a:xfrm>
            <a:off x="0" y="0"/>
            <a:ext cx="12192000" cy="6858000"/>
          </a:xfrm>
          <a:prstGeom prst="rect">
            <a:avLst/>
          </a:prstGeom>
          <a:solidFill>
            <a:schemeClr val="accent2">
              <a:lumMod val="20000"/>
              <a:lumOff val="80000"/>
            </a:schemeClr>
          </a:solidFill>
        </p:spPr>
        <p:txBody>
          <a:bodyPr/>
          <a:lstStyle/>
          <a:p>
            <a:endParaRPr lang="de-DE"/>
          </a:p>
        </p:txBody>
      </p:sp>
      <p:pic>
        <p:nvPicPr>
          <p:cNvPr id="8" name="Grafik 7">
            <a:extLst>
              <a:ext uri="{FF2B5EF4-FFF2-40B4-BE49-F238E27FC236}">
                <a16:creationId xmlns:a16="http://schemas.microsoft.com/office/drawing/2014/main" id="{99AD44A7-FBE6-494B-B2A9-85542E1AEE5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2633468" y="-5918273"/>
            <a:ext cx="18354113" cy="18354113"/>
          </a:xfrm>
          <a:prstGeom prst="rect">
            <a:avLst/>
          </a:prstGeom>
        </p:spPr>
      </p:pic>
      <p:pic>
        <p:nvPicPr>
          <p:cNvPr id="4" name="Grafik 3"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1CBF57BC-B38C-414F-92BB-F40579F88EE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9601" y="404813"/>
            <a:ext cx="1981199" cy="660400"/>
          </a:xfrm>
          <a:prstGeom prst="rect">
            <a:avLst/>
          </a:prstGeom>
        </p:spPr>
      </p:pic>
      <p:sp>
        <p:nvSpPr>
          <p:cNvPr id="5" name="Textplatzhalter 6">
            <a:extLst>
              <a:ext uri="{FF2B5EF4-FFF2-40B4-BE49-F238E27FC236}">
                <a16:creationId xmlns:a16="http://schemas.microsoft.com/office/drawing/2014/main" id="{B2B44DCF-A510-4A00-82ED-05FBF8B59EDB}"/>
              </a:ext>
            </a:extLst>
          </p:cNvPr>
          <p:cNvSpPr>
            <a:spLocks noGrp="1"/>
          </p:cNvSpPr>
          <p:nvPr>
            <p:ph type="body" sz="quarter" idx="19" hasCustomPrompt="1"/>
          </p:nvPr>
        </p:nvSpPr>
        <p:spPr>
          <a:xfrm>
            <a:off x="4116388" y="6207760"/>
            <a:ext cx="5599112" cy="286068"/>
          </a:xfrm>
        </p:spPr>
        <p:txBody>
          <a:bodyPr anchor="b" anchorCtr="0"/>
          <a:lstStyle>
            <a:lvl1pPr>
              <a:defRPr sz="1200" i="0">
                <a:solidFill>
                  <a:schemeClr val="bg1"/>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317539804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elseite_variabel + Bild_2">
    <p:spTree>
      <p:nvGrpSpPr>
        <p:cNvPr id="1" name=""/>
        <p:cNvGrpSpPr/>
        <p:nvPr/>
      </p:nvGrpSpPr>
      <p:grpSpPr>
        <a:xfrm>
          <a:off x="0" y="0"/>
          <a:ext cx="0" cy="0"/>
          <a:chOff x="0" y="0"/>
          <a:chExt cx="0" cy="0"/>
        </a:xfrm>
      </p:grpSpPr>
      <p:sp>
        <p:nvSpPr>
          <p:cNvPr id="14" name="Bildplatzhalter 13">
            <a:extLst>
              <a:ext uri="{FF2B5EF4-FFF2-40B4-BE49-F238E27FC236}">
                <a16:creationId xmlns:a16="http://schemas.microsoft.com/office/drawing/2014/main" id="{1974DA36-F6FF-4071-9FE9-C71612DFE914}"/>
              </a:ext>
            </a:extLst>
          </p:cNvPr>
          <p:cNvSpPr>
            <a:spLocks noGrp="1"/>
          </p:cNvSpPr>
          <p:nvPr>
            <p:ph type="pic" sz="quarter" idx="11"/>
          </p:nvPr>
        </p:nvSpPr>
        <p:spPr>
          <a:xfrm>
            <a:off x="0" y="0"/>
            <a:ext cx="12192000" cy="6858000"/>
          </a:xfrm>
          <a:prstGeom prst="rect">
            <a:avLst/>
          </a:prstGeom>
          <a:solidFill>
            <a:schemeClr val="accent2">
              <a:lumMod val="20000"/>
              <a:lumOff val="80000"/>
            </a:schemeClr>
          </a:solidFill>
        </p:spPr>
        <p:txBody>
          <a:bodyPr/>
          <a:lstStyle/>
          <a:p>
            <a:endParaRPr lang="de-DE"/>
          </a:p>
        </p:txBody>
      </p:sp>
      <p:pic>
        <p:nvPicPr>
          <p:cNvPr id="6" name="Grafik 5">
            <a:extLst>
              <a:ext uri="{FF2B5EF4-FFF2-40B4-BE49-F238E27FC236}">
                <a16:creationId xmlns:a16="http://schemas.microsoft.com/office/drawing/2014/main" id="{FED2FBAC-C92F-4FEA-8170-E94EC94CC14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3500000">
            <a:off x="-4681402" y="-7532589"/>
            <a:ext cx="21582744" cy="21582744"/>
          </a:xfrm>
          <a:prstGeom prst="rect">
            <a:avLst/>
          </a:prstGeom>
        </p:spPr>
      </p:pic>
      <p:pic>
        <p:nvPicPr>
          <p:cNvPr id="4" name="Grafik 3"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79C7FCDB-8A5F-4D8C-B998-2CC83B8C890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9601" y="404813"/>
            <a:ext cx="1981199" cy="660400"/>
          </a:xfrm>
          <a:prstGeom prst="rect">
            <a:avLst/>
          </a:prstGeom>
        </p:spPr>
      </p:pic>
      <p:sp>
        <p:nvSpPr>
          <p:cNvPr id="5" name="Textplatzhalter 6">
            <a:extLst>
              <a:ext uri="{FF2B5EF4-FFF2-40B4-BE49-F238E27FC236}">
                <a16:creationId xmlns:a16="http://schemas.microsoft.com/office/drawing/2014/main" id="{FFB4AAEC-A7C5-4365-B424-8E68D40435BC}"/>
              </a:ext>
            </a:extLst>
          </p:cNvPr>
          <p:cNvSpPr>
            <a:spLocks noGrp="1"/>
          </p:cNvSpPr>
          <p:nvPr>
            <p:ph type="body" sz="quarter" idx="19" hasCustomPrompt="1"/>
          </p:nvPr>
        </p:nvSpPr>
        <p:spPr>
          <a:xfrm>
            <a:off x="1558926" y="6177280"/>
            <a:ext cx="5581650" cy="316548"/>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253565763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elseite_variabel + Bild_3">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8DD5EDA3-D92A-4B08-8595-D60EA53E8AB5}"/>
              </a:ext>
              <a:ext uri="{C183D7F6-B498-43B3-948B-1728B52AA6E4}">
                <adec:decorative xmlns:adec="http://schemas.microsoft.com/office/drawing/2017/decorative" val="1"/>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itel 1">
            <a:extLst>
              <a:ext uri="{FF2B5EF4-FFF2-40B4-BE49-F238E27FC236}">
                <a16:creationId xmlns:a16="http://schemas.microsoft.com/office/drawing/2014/main" id="{FA055B95-2710-46A2-8317-9CAA31D48D9C}"/>
              </a:ext>
            </a:extLst>
          </p:cNvPr>
          <p:cNvSpPr>
            <a:spLocks noGrp="1"/>
          </p:cNvSpPr>
          <p:nvPr>
            <p:ph type="title"/>
          </p:nvPr>
        </p:nvSpPr>
        <p:spPr>
          <a:xfrm>
            <a:off x="609599" y="1752599"/>
            <a:ext cx="4441825" cy="1382897"/>
          </a:xfrm>
          <a:prstGeom prst="rect">
            <a:avLst/>
          </a:prstGeom>
        </p:spPr>
        <p:txBody>
          <a:bodyPr tIns="0"/>
          <a:lstStyle>
            <a:lvl1pPr>
              <a:defRPr lang="de-DE" dirty="0">
                <a:solidFill>
                  <a:schemeClr val="bg1"/>
                </a:solidFill>
                <a:latin typeface="+mj-lt"/>
              </a:defRPr>
            </a:lvl1pPr>
          </a:lstStyle>
          <a:p>
            <a:r>
              <a:rPr lang="de-DE" dirty="0"/>
              <a:t>Mastertitelformat bearbeiten</a:t>
            </a:r>
          </a:p>
        </p:txBody>
      </p:sp>
      <p:sp>
        <p:nvSpPr>
          <p:cNvPr id="9" name="Textplatzhalter 8">
            <a:extLst>
              <a:ext uri="{FF2B5EF4-FFF2-40B4-BE49-F238E27FC236}">
                <a16:creationId xmlns:a16="http://schemas.microsoft.com/office/drawing/2014/main" id="{6A522852-F16F-46A0-B72D-3039550F8A39}"/>
              </a:ext>
            </a:extLst>
          </p:cNvPr>
          <p:cNvSpPr>
            <a:spLocks noGrp="1"/>
          </p:cNvSpPr>
          <p:nvPr>
            <p:ph type="body" sz="quarter" idx="10"/>
          </p:nvPr>
        </p:nvSpPr>
        <p:spPr>
          <a:xfrm>
            <a:off x="609600" y="4459102"/>
            <a:ext cx="4441824" cy="1382897"/>
          </a:xfrm>
          <a:prstGeom prst="rect">
            <a:avLst/>
          </a:prstGeom>
        </p:spPr>
        <p:txBody>
          <a:bodyPr anchor="b" anchorCtr="0"/>
          <a:lstStyle>
            <a:lvl1pPr>
              <a:defRPr lang="de-DE" dirty="0">
                <a:solidFill>
                  <a:schemeClr val="bg1"/>
                </a:solidFill>
              </a:defRPr>
            </a:lvl1pPr>
          </a:lstStyle>
          <a:p>
            <a:pPr lvl="0"/>
            <a:r>
              <a:rPr lang="de-DE" dirty="0"/>
              <a:t>Mastertextformat bearbeiten</a:t>
            </a:r>
          </a:p>
        </p:txBody>
      </p:sp>
      <p:pic>
        <p:nvPicPr>
          <p:cNvPr id="10" name="Grafik 9">
            <a:extLst>
              <a:ext uri="{FF2B5EF4-FFF2-40B4-BE49-F238E27FC236}">
                <a16:creationId xmlns:a16="http://schemas.microsoft.com/office/drawing/2014/main" id="{5144DEC0-CBFA-4BDA-A78C-86ED757F72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9600" y="6288480"/>
            <a:ext cx="514349" cy="164708"/>
          </a:xfrm>
          <a:prstGeom prst="rect">
            <a:avLst/>
          </a:prstGeom>
        </p:spPr>
      </p:pic>
      <p:sp>
        <p:nvSpPr>
          <p:cNvPr id="19" name="Bildplatzhalter 18">
            <a:extLst>
              <a:ext uri="{FF2B5EF4-FFF2-40B4-BE49-F238E27FC236}">
                <a16:creationId xmlns:a16="http://schemas.microsoft.com/office/drawing/2014/main" id="{7B07D508-A251-41EA-8DE7-638920575915}"/>
              </a:ext>
            </a:extLst>
          </p:cNvPr>
          <p:cNvSpPr>
            <a:spLocks noGrp="1"/>
          </p:cNvSpPr>
          <p:nvPr>
            <p:ph type="pic" sz="quarter" idx="20"/>
          </p:nvPr>
        </p:nvSpPr>
        <p:spPr>
          <a:xfrm>
            <a:off x="5267325" y="0"/>
            <a:ext cx="10255588" cy="6858000"/>
          </a:xfrm>
          <a:custGeom>
            <a:avLst/>
            <a:gdLst>
              <a:gd name="connsiteX0" fmla="*/ 0 w 10255588"/>
              <a:gd name="connsiteY0" fmla="*/ 0 h 6858000"/>
              <a:gd name="connsiteX1" fmla="*/ 10255588 w 10255588"/>
              <a:gd name="connsiteY1" fmla="*/ 0 h 6858000"/>
              <a:gd name="connsiteX2" fmla="*/ 10255588 w 10255588"/>
              <a:gd name="connsiteY2" fmla="*/ 6858000 h 6858000"/>
              <a:gd name="connsiteX3" fmla="*/ 1215823 w 102555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255588" h="6858000">
                <a:moveTo>
                  <a:pt x="0" y="0"/>
                </a:moveTo>
                <a:lnTo>
                  <a:pt x="10255588" y="0"/>
                </a:lnTo>
                <a:lnTo>
                  <a:pt x="10255588" y="6858000"/>
                </a:lnTo>
                <a:lnTo>
                  <a:pt x="1215823" y="6858000"/>
                </a:lnTo>
                <a:close/>
              </a:path>
            </a:pathLst>
          </a:custGeom>
          <a:solidFill>
            <a:schemeClr val="bg1">
              <a:lumMod val="95000"/>
            </a:schemeClr>
          </a:solidFill>
        </p:spPr>
        <p:txBody>
          <a:bodyPr wrap="square">
            <a:noAutofit/>
          </a:bodyPr>
          <a:lstStyle/>
          <a:p>
            <a:endParaRPr lang="en-US"/>
          </a:p>
        </p:txBody>
      </p:sp>
      <p:sp>
        <p:nvSpPr>
          <p:cNvPr id="21" name="Textplatzhalter 6">
            <a:extLst>
              <a:ext uri="{FF2B5EF4-FFF2-40B4-BE49-F238E27FC236}">
                <a16:creationId xmlns:a16="http://schemas.microsoft.com/office/drawing/2014/main" id="{15365122-AA94-4D9A-8BDB-BC7E3297FDE7}"/>
              </a:ext>
            </a:extLst>
          </p:cNvPr>
          <p:cNvSpPr>
            <a:spLocks noGrp="1"/>
          </p:cNvSpPr>
          <p:nvPr>
            <p:ph type="body" sz="quarter" idx="19" hasCustomPrompt="1"/>
          </p:nvPr>
        </p:nvSpPr>
        <p:spPr>
          <a:xfrm>
            <a:off x="8796338" y="6057900"/>
            <a:ext cx="2786062" cy="435928"/>
          </a:xfrm>
        </p:spPr>
        <p:txBody>
          <a:bodyPr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pic>
        <p:nvPicPr>
          <p:cNvPr id="11" name="Grafik 10"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3CEFA202-FC75-4BA0-ACC7-222E3B636ED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9600" y="404813"/>
            <a:ext cx="1980000" cy="660000"/>
          </a:xfrm>
          <a:prstGeom prst="rect">
            <a:avLst/>
          </a:prstGeom>
        </p:spPr>
      </p:pic>
    </p:spTree>
    <p:extLst>
      <p:ext uri="{BB962C8B-B14F-4D97-AF65-F5344CB8AC3E}">
        <p14:creationId xmlns:p14="http://schemas.microsoft.com/office/powerpoint/2010/main" val="253116511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theme" Target="../theme/theme1.xml"/><Relationship Id="rId33" Type="http://schemas.openxmlformats.org/officeDocument/2006/relationships/image" Target="../media/image1.png"/><Relationship Id="rId34"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slideLayout" Target="../slideLayouts/slideLayout33.xml"/><Relationship Id="rId3" Type="http://schemas.openxmlformats.org/officeDocument/2006/relationships/slideLayout" Target="../slideLayouts/slideLayout34.xml"/><Relationship Id="rId4" Type="http://schemas.openxmlformats.org/officeDocument/2006/relationships/slideLayout" Target="../slideLayouts/slideLayout35.xml"/><Relationship Id="rId5" Type="http://schemas.openxmlformats.org/officeDocument/2006/relationships/slideLayout" Target="../slideLayouts/slideLayout36.xml"/><Relationship Id="rId6" Type="http://schemas.openxmlformats.org/officeDocument/2006/relationships/slideLayout" Target="../slideLayouts/slideLayout37.xml"/><Relationship Id="rId7" Type="http://schemas.openxmlformats.org/officeDocument/2006/relationships/slideLayout" Target="../slideLayouts/slideLayout38.xml"/><Relationship Id="rId8" Type="http://schemas.openxmlformats.org/officeDocument/2006/relationships/slideLayout" Target="../slideLayouts/slideLayout39.xml"/><Relationship Id="rId9" Type="http://schemas.openxmlformats.org/officeDocument/2006/relationships/slideLayout" Target="../slideLayouts/slideLayout40.xml"/><Relationship Id="rId10" Type="http://schemas.openxmlformats.org/officeDocument/2006/relationships/slideLayout" Target="../slideLayouts/slideLayout41.xml"/><Relationship Id="rId11" Type="http://schemas.openxmlformats.org/officeDocument/2006/relationships/slideLayout" Target="../slideLayouts/slideLayout42.xml"/><Relationship Id="rId12" Type="http://schemas.openxmlformats.org/officeDocument/2006/relationships/theme" Target="../theme/theme2.xml"/><Relationship Id="rId13" Type="http://schemas.openxmlformats.org/officeDocument/2006/relationships/image" Target="../media/image1.png"/><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6" name="Titelplatzhalter 25">
            <a:extLst>
              <a:ext uri="{FF2B5EF4-FFF2-40B4-BE49-F238E27FC236}">
                <a16:creationId xmlns:a16="http://schemas.microsoft.com/office/drawing/2014/main" id="{A5CE2D21-B81F-483B-9FE8-AF317984B749}"/>
              </a:ext>
            </a:extLst>
          </p:cNvPr>
          <p:cNvSpPr>
            <a:spLocks noGrp="1"/>
          </p:cNvSpPr>
          <p:nvPr>
            <p:ph type="title"/>
          </p:nvPr>
        </p:nvSpPr>
        <p:spPr>
          <a:xfrm>
            <a:off x="609600" y="404813"/>
            <a:ext cx="10972800" cy="647700"/>
          </a:xfrm>
          <a:prstGeom prst="rect">
            <a:avLst/>
          </a:prstGeom>
        </p:spPr>
        <p:txBody>
          <a:bodyPr vert="horz" lIns="0" tIns="108000" rIns="0" bIns="0" rtlCol="0" anchor="t">
            <a:noAutofit/>
          </a:bodyPr>
          <a:lstStyle/>
          <a:p>
            <a:r>
              <a:rPr lang="de-DE" dirty="0"/>
              <a:t>Mastertitelformat bearbeiten</a:t>
            </a:r>
          </a:p>
        </p:txBody>
      </p:sp>
      <p:sp>
        <p:nvSpPr>
          <p:cNvPr id="3" name="Textplatzhalter 2">
            <a:extLst>
              <a:ext uri="{FF2B5EF4-FFF2-40B4-BE49-F238E27FC236}">
                <a16:creationId xmlns:a16="http://schemas.microsoft.com/office/drawing/2014/main" id="{4C6FA640-4158-403C-98E2-E7FCEBC54000}"/>
              </a:ext>
            </a:extLst>
          </p:cNvPr>
          <p:cNvSpPr>
            <a:spLocks noGrp="1"/>
          </p:cNvSpPr>
          <p:nvPr>
            <p:ph type="body" idx="1"/>
          </p:nvPr>
        </p:nvSpPr>
        <p:spPr>
          <a:xfrm>
            <a:off x="609599" y="1736725"/>
            <a:ext cx="10972801" cy="4316835"/>
          </a:xfrm>
          <a:prstGeom prst="rect">
            <a:avLst/>
          </a:prstGeom>
        </p:spPr>
        <p:txBody>
          <a:bodyPr vert="horz" lIns="0" tIns="0" rIns="0" bIns="0" rtlCol="0">
            <a:noAutofit/>
          </a:bodyPr>
          <a:lstStyle/>
          <a:p>
            <a:pPr lvl="0"/>
            <a:r>
              <a:rPr lang="de-DE" dirty="0"/>
              <a:t>Mastertextformat bearbeiten erste 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pic>
        <p:nvPicPr>
          <p:cNvPr id="17" name="Grafik 16">
            <a:extLst>
              <a:ext uri="{FF2B5EF4-FFF2-40B4-BE49-F238E27FC236}">
                <a16:creationId xmlns:a16="http://schemas.microsoft.com/office/drawing/2014/main" id="{FF0A8DA4-796C-4D83-A511-7E33ECC19533}"/>
              </a:ext>
              <a:ext uri="{C183D7F6-B498-43B3-948B-1728B52AA6E4}">
                <adec:decorative xmlns:adec="http://schemas.microsoft.com/office/drawing/2017/decorative" val="1"/>
              </a:ext>
            </a:extLst>
          </p:cNvPr>
          <p:cNvPicPr>
            <a:picLocks noChangeAspect="1"/>
          </p:cNvPicPr>
          <p:nvPr userDrawn="1"/>
        </p:nvPicPr>
        <p:blipFill>
          <a:blip r:embed="rId33">
            <a:extLst>
              <a:ext uri="{96DAC541-7B7A-43D3-8B79-37D633B846F1}">
                <asvg:svgBlip xmlns:asvg="http://schemas.microsoft.com/office/drawing/2016/SVG/main" r:embed="rId34"/>
              </a:ext>
            </a:extLst>
          </a:blip>
          <a:stretch>
            <a:fillRect/>
          </a:stretch>
        </p:blipFill>
        <p:spPr>
          <a:xfrm>
            <a:off x="609600" y="6288480"/>
            <a:ext cx="514349" cy="164708"/>
          </a:xfrm>
          <a:prstGeom prst="rect">
            <a:avLst/>
          </a:prstGeom>
        </p:spPr>
      </p:pic>
      <p:sp>
        <p:nvSpPr>
          <p:cNvPr id="5" name="Textfeld 4">
            <a:extLst>
              <a:ext uri="{FF2B5EF4-FFF2-40B4-BE49-F238E27FC236}">
                <a16:creationId xmlns:a16="http://schemas.microsoft.com/office/drawing/2014/main" id="{F5E54477-AC5B-4EB3-AE9F-0854A752BD2F}"/>
              </a:ext>
            </a:extLst>
          </p:cNvPr>
          <p:cNvSpPr txBox="1"/>
          <p:nvPr userDrawn="1"/>
        </p:nvSpPr>
        <p:spPr>
          <a:xfrm>
            <a:off x="1558925" y="6308279"/>
            <a:ext cx="7237413" cy="184666"/>
          </a:xfrm>
          <a:prstGeom prst="rect">
            <a:avLst/>
          </a:prstGeom>
          <a:noFill/>
        </p:spPr>
        <p:txBody>
          <a:bodyPr wrap="square" lIns="0" tIns="0" rIns="0" bIns="0" rtlCol="0">
            <a:spAutoFit/>
          </a:bodyPr>
          <a:lstStyle/>
          <a:p>
            <a:r>
              <a:rPr lang="de-DE" sz="1200" kern="1200" dirty="0">
                <a:solidFill>
                  <a:srgbClr val="00008C"/>
                </a:solidFill>
                <a:latin typeface="+mn-lt"/>
                <a:ea typeface="+mn-ea"/>
                <a:cs typeface="+mn-cs"/>
              </a:rPr>
              <a:t>Produktionsplanung und -steuerung • Logistik mit SAP • Seite </a:t>
            </a:r>
            <a:fld id="{BB345A75-B580-4544-AA90-56924E4BB115}" type="slidenum">
              <a:rPr lang="de-DE" sz="1200" kern="1200" smtClean="0">
                <a:solidFill>
                  <a:srgbClr val="00008C"/>
                </a:solidFill>
                <a:latin typeface="+mn-lt"/>
                <a:ea typeface="+mn-ea"/>
                <a:cs typeface="+mn-cs"/>
              </a:rPr>
              <a:t>‹Nr.›</a:t>
            </a:fld>
            <a:endParaRPr lang="en-US" sz="1200" kern="1200" dirty="0">
              <a:solidFill>
                <a:srgbClr val="00008C"/>
              </a:solidFill>
              <a:latin typeface="+mn-lt"/>
              <a:ea typeface="+mn-ea"/>
              <a:cs typeface="+mn-cs"/>
            </a:endParaRPr>
          </a:p>
        </p:txBody>
      </p:sp>
    </p:spTree>
    <p:extLst>
      <p:ext uri="{BB962C8B-B14F-4D97-AF65-F5344CB8AC3E}">
        <p14:creationId xmlns:p14="http://schemas.microsoft.com/office/powerpoint/2010/main" val="1712152019"/>
      </p:ext>
    </p:extLst>
  </p:cSld>
  <p:clrMap bg1="lt1" tx1="dk1" bg2="lt2" tx2="dk2" accent1="accent1" accent2="accent2" accent3="accent3" accent4="accent4" accent5="accent5" accent6="accent6" hlink="hlink" folHlink="folHlink"/>
  <p:sldLayoutIdLst>
    <p:sldLayoutId id="2147483650" r:id="rId1"/>
    <p:sldLayoutId id="2147483649" r:id="rId2"/>
    <p:sldLayoutId id="2147483705" r:id="rId3"/>
    <p:sldLayoutId id="2147483780" r:id="rId4"/>
    <p:sldLayoutId id="2147483781" r:id="rId5"/>
    <p:sldLayoutId id="2147483782" r:id="rId6"/>
    <p:sldLayoutId id="2147483783" r:id="rId7"/>
    <p:sldLayoutId id="2147483776" r:id="rId8"/>
    <p:sldLayoutId id="2147483784" r:id="rId9"/>
    <p:sldLayoutId id="2147483785" r:id="rId10"/>
    <p:sldLayoutId id="2147483769" r:id="rId11"/>
    <p:sldLayoutId id="2147483778" r:id="rId12"/>
    <p:sldLayoutId id="2147483779" r:id="rId13"/>
    <p:sldLayoutId id="2147483710" r:id="rId14"/>
    <p:sldLayoutId id="2147483652" r:id="rId15"/>
    <p:sldLayoutId id="2147483709" r:id="rId16"/>
    <p:sldLayoutId id="2147483656" r:id="rId17"/>
    <p:sldLayoutId id="2147483665" r:id="rId18"/>
    <p:sldLayoutId id="2147483657" r:id="rId19"/>
    <p:sldLayoutId id="2147483666" r:id="rId20"/>
    <p:sldLayoutId id="2147483654" r:id="rId21"/>
    <p:sldLayoutId id="2147483655" r:id="rId22"/>
    <p:sldLayoutId id="2147483694" r:id="rId23"/>
    <p:sldLayoutId id="2147483695" r:id="rId24"/>
    <p:sldLayoutId id="2147483696" r:id="rId25"/>
    <p:sldLayoutId id="2147483777" r:id="rId26"/>
    <p:sldLayoutId id="2147483771" r:id="rId27"/>
    <p:sldLayoutId id="2147483772" r:id="rId28"/>
    <p:sldLayoutId id="2147483773" r:id="rId29"/>
    <p:sldLayoutId id="2147483775" r:id="rId30"/>
    <p:sldLayoutId id="2147483774" r:id="rId31"/>
  </p:sldLayoutIdLst>
  <p:hf sldNum="0" hdr="0" ftr="0" dt="0"/>
  <p:txStyles>
    <p:titleStyle>
      <a:lvl1pPr algn="l" defTabSz="914400" rtl="0" eaLnBrk="1" latinLnBrk="0" hangingPunct="1">
        <a:lnSpc>
          <a:spcPct val="90000"/>
        </a:lnSpc>
        <a:spcBef>
          <a:spcPct val="0"/>
        </a:spcBef>
        <a:buNone/>
        <a:defRPr sz="3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tx1"/>
          </a:solidFill>
          <a:latin typeface="+mn-lt"/>
          <a:ea typeface="+mn-ea"/>
          <a:cs typeface="+mn-cs"/>
        </a:defRPr>
      </a:lvl1pPr>
      <a:lvl2pPr marL="0" indent="0" algn="l"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233363" indent="-173038"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457200" indent="-1730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690563" indent="-1730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342900" indent="-342900" algn="l" defTabSz="914400" rtl="0" eaLnBrk="1" latinLnBrk="0" hangingPunct="1">
        <a:lnSpc>
          <a:spcPct val="100000"/>
        </a:lnSpc>
        <a:spcBef>
          <a:spcPts val="1200"/>
        </a:spcBef>
        <a:buFont typeface="Open Sans" panose="020B0606030504020204" pitchFamily="34" charset="0"/>
        <a:buChar char="—"/>
        <a:defRPr sz="2000" kern="1200">
          <a:solidFill>
            <a:schemeClr val="tx1"/>
          </a:solidFill>
          <a:latin typeface="+mn-lt"/>
          <a:ea typeface="+mn-ea"/>
          <a:cs typeface="+mn-cs"/>
        </a:defRPr>
      </a:lvl6pPr>
      <a:lvl7pPr marL="514350" indent="-171450" algn="l" defTabSz="914400" rtl="0" eaLnBrk="1" latinLnBrk="0" hangingPunct="1">
        <a:lnSpc>
          <a:spcPct val="100000"/>
        </a:lnSpc>
        <a:spcBef>
          <a:spcPts val="500"/>
        </a:spcBef>
        <a:buFont typeface="Symbol" panose="05050102010706020507" pitchFamily="18" charset="2"/>
        <a:buChar char="-"/>
        <a:defRPr sz="1600" kern="1200">
          <a:solidFill>
            <a:schemeClr val="tx1"/>
          </a:solidFill>
          <a:latin typeface="+mn-lt"/>
          <a:ea typeface="+mn-ea"/>
          <a:cs typeface="+mn-cs"/>
        </a:defRPr>
      </a:lvl7pPr>
      <a:lvl8pPr marL="685800" indent="-114300" algn="l" defTabSz="914400" rtl="0" eaLnBrk="1" latinLnBrk="0" hangingPunct="1">
        <a:lnSpc>
          <a:spcPct val="100000"/>
        </a:lnSpc>
        <a:spcBef>
          <a:spcPts val="500"/>
        </a:spcBef>
        <a:buFont typeface="Open Sans" panose="020B0606030504020204" pitchFamily="34" charset="0"/>
        <a:buChar char="­"/>
        <a:defRPr sz="1600" kern="1200">
          <a:solidFill>
            <a:schemeClr val="tx1"/>
          </a:solidFill>
          <a:latin typeface="+mn-lt"/>
          <a:ea typeface="+mn-ea"/>
          <a:cs typeface="+mn-cs"/>
        </a:defRPr>
      </a:lvl8pPr>
      <a:lvl9pPr marL="800100" indent="-1143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userDrawn="1">
          <p15:clr>
            <a:srgbClr val="F26B43"/>
          </p15:clr>
        </p15:guide>
        <p15:guide id="3" pos="384" userDrawn="1">
          <p15:clr>
            <a:srgbClr val="F26B43"/>
          </p15:clr>
        </p15:guide>
        <p15:guide id="4" pos="7296" userDrawn="1">
          <p15:clr>
            <a:srgbClr val="F26B43"/>
          </p15:clr>
        </p15:guide>
        <p15:guide id="5" pos="846" userDrawn="1">
          <p15:clr>
            <a:srgbClr val="F26B43"/>
          </p15:clr>
        </p15:guide>
        <p15:guide id="6" pos="982" userDrawn="1">
          <p15:clr>
            <a:srgbClr val="F26B43"/>
          </p15:clr>
        </p15:guide>
        <p15:guide id="7" pos="1436" userDrawn="1">
          <p15:clr>
            <a:srgbClr val="F26B43"/>
          </p15:clr>
        </p15:guide>
        <p15:guide id="8" pos="1560" userDrawn="1">
          <p15:clr>
            <a:srgbClr val="F26B43"/>
          </p15:clr>
        </p15:guide>
        <p15:guide id="9" pos="2026" userDrawn="1">
          <p15:clr>
            <a:srgbClr val="F26B43"/>
          </p15:clr>
        </p15:guide>
        <p15:guide id="10" pos="2139" userDrawn="1">
          <p15:clr>
            <a:srgbClr val="F26B43"/>
          </p15:clr>
        </p15:guide>
        <p15:guide id="11" pos="2593" userDrawn="1">
          <p15:clr>
            <a:srgbClr val="F26B43"/>
          </p15:clr>
        </p15:guide>
        <p15:guide id="12" pos="2736" userDrawn="1">
          <p15:clr>
            <a:srgbClr val="F26B43"/>
          </p15:clr>
        </p15:guide>
        <p15:guide id="13" pos="3182" userDrawn="1">
          <p15:clr>
            <a:srgbClr val="F26B43"/>
          </p15:clr>
        </p15:guide>
        <p15:guide id="14" pos="3318" userDrawn="1">
          <p15:clr>
            <a:srgbClr val="F26B43"/>
          </p15:clr>
        </p15:guide>
        <p15:guide id="15" pos="3772" userDrawn="1">
          <p15:clr>
            <a:srgbClr val="F26B43"/>
          </p15:clr>
        </p15:guide>
        <p15:guide id="16" pos="3908" userDrawn="1">
          <p15:clr>
            <a:srgbClr val="F26B43"/>
          </p15:clr>
        </p15:guide>
        <p15:guide id="17" pos="4362" userDrawn="1">
          <p15:clr>
            <a:srgbClr val="F26B43"/>
          </p15:clr>
        </p15:guide>
        <p15:guide id="18" pos="4498" userDrawn="1">
          <p15:clr>
            <a:srgbClr val="F26B43"/>
          </p15:clr>
        </p15:guide>
        <p15:guide id="19" pos="4951" userDrawn="1">
          <p15:clr>
            <a:srgbClr val="F26B43"/>
          </p15:clr>
        </p15:guide>
        <p15:guide id="20" pos="5087" userDrawn="1">
          <p15:clr>
            <a:srgbClr val="F26B43"/>
          </p15:clr>
        </p15:guide>
        <p15:guide id="21" pos="5541" userDrawn="1">
          <p15:clr>
            <a:srgbClr val="F26B43"/>
          </p15:clr>
        </p15:guide>
        <p15:guide id="22" pos="5654" userDrawn="1">
          <p15:clr>
            <a:srgbClr val="F26B43"/>
          </p15:clr>
        </p15:guide>
        <p15:guide id="23" pos="6120" userDrawn="1">
          <p15:clr>
            <a:srgbClr val="F26B43"/>
          </p15:clr>
        </p15:guide>
        <p15:guide id="24" pos="6244" userDrawn="1">
          <p15:clr>
            <a:srgbClr val="F26B43"/>
          </p15:clr>
        </p15:guide>
        <p15:guide id="25" pos="6698" userDrawn="1">
          <p15:clr>
            <a:srgbClr val="F26B43"/>
          </p15:clr>
        </p15:guide>
        <p15:guide id="26" pos="6834" userDrawn="1">
          <p15:clr>
            <a:srgbClr val="F26B43"/>
          </p15:clr>
        </p15:guide>
        <p15:guide id="27" orient="horz" pos="2160" userDrawn="1">
          <p15:clr>
            <a:srgbClr val="F26B43"/>
          </p15:clr>
        </p15:guide>
        <p15:guide id="28" orient="horz" pos="4065" userDrawn="1">
          <p15:clr>
            <a:srgbClr val="F26B43"/>
          </p15:clr>
        </p15:guide>
        <p15:guide id="29" orient="horz" pos="3816" userDrawn="1">
          <p15:clr>
            <a:srgbClr val="F26B43"/>
          </p15:clr>
        </p15:guide>
        <p15:guide id="30" orient="horz" pos="663" userDrawn="1">
          <p15:clr>
            <a:srgbClr val="F26B43"/>
          </p15:clr>
        </p15:guide>
        <p15:guide id="31" orient="horz" pos="550" userDrawn="1">
          <p15:clr>
            <a:srgbClr val="F26B43"/>
          </p15:clr>
        </p15:guide>
        <p15:guide id="32" orient="horz" pos="2341" userDrawn="1">
          <p15:clr>
            <a:srgbClr val="F26B43"/>
          </p15:clr>
        </p15:guide>
        <p15:guide id="34" orient="horz" pos="3680" userDrawn="1">
          <p15:clr>
            <a:srgbClr val="F26B43"/>
          </p15:clr>
        </p15:guide>
        <p15:guide id="35" orient="horz" pos="1094" userDrawn="1">
          <p15:clr>
            <a:srgbClr val="F26B43"/>
          </p15:clr>
        </p15:guide>
        <p15:guide id="36" orient="horz" pos="3543" userDrawn="1">
          <p15:clr>
            <a:srgbClr val="F26B43"/>
          </p15:clr>
        </p15:guide>
        <p15:guide id="37" orient="horz" pos="197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6" name="Titelplatzhalter 25">
            <a:extLst>
              <a:ext uri="{FF2B5EF4-FFF2-40B4-BE49-F238E27FC236}">
                <a16:creationId xmlns:a16="http://schemas.microsoft.com/office/drawing/2014/main" id="{A5CE2D21-B81F-483B-9FE8-AF317984B749}"/>
              </a:ext>
            </a:extLst>
          </p:cNvPr>
          <p:cNvSpPr>
            <a:spLocks noGrp="1"/>
          </p:cNvSpPr>
          <p:nvPr>
            <p:ph type="title"/>
          </p:nvPr>
        </p:nvSpPr>
        <p:spPr>
          <a:xfrm>
            <a:off x="609600" y="404813"/>
            <a:ext cx="10972800" cy="647700"/>
          </a:xfrm>
          <a:prstGeom prst="rect">
            <a:avLst/>
          </a:prstGeom>
        </p:spPr>
        <p:txBody>
          <a:bodyPr vert="horz" lIns="0" tIns="108000" rIns="0" bIns="0" rtlCol="0" anchor="t">
            <a:noAutofit/>
          </a:bodyPr>
          <a:lstStyle/>
          <a:p>
            <a:r>
              <a:rPr lang="de-DE" dirty="0"/>
              <a:t>Mastertitelformat bearbeiten</a:t>
            </a:r>
          </a:p>
        </p:txBody>
      </p:sp>
      <p:sp>
        <p:nvSpPr>
          <p:cNvPr id="3" name="Textplatzhalter 2">
            <a:extLst>
              <a:ext uri="{FF2B5EF4-FFF2-40B4-BE49-F238E27FC236}">
                <a16:creationId xmlns:a16="http://schemas.microsoft.com/office/drawing/2014/main" id="{4C6FA640-4158-403C-98E2-E7FCEBC54000}"/>
              </a:ext>
            </a:extLst>
          </p:cNvPr>
          <p:cNvSpPr>
            <a:spLocks noGrp="1"/>
          </p:cNvSpPr>
          <p:nvPr>
            <p:ph type="body" idx="1"/>
          </p:nvPr>
        </p:nvSpPr>
        <p:spPr>
          <a:xfrm>
            <a:off x="609599" y="1736725"/>
            <a:ext cx="10972801" cy="4316835"/>
          </a:xfrm>
          <a:prstGeom prst="rect">
            <a:avLst/>
          </a:prstGeom>
        </p:spPr>
        <p:txBody>
          <a:bodyPr vert="horz" lIns="0" tIns="0" rIns="0" bIns="0" rtlCol="0">
            <a:noAutofit/>
          </a:bodyPr>
          <a:lstStyle/>
          <a:p>
            <a:pPr lvl="0"/>
            <a:r>
              <a:rPr lang="de-DE" dirty="0"/>
              <a:t>Mastertextformat bearbeiten erste 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pic>
        <p:nvPicPr>
          <p:cNvPr id="17" name="Grafik 16">
            <a:extLst>
              <a:ext uri="{FF2B5EF4-FFF2-40B4-BE49-F238E27FC236}">
                <a16:creationId xmlns:a16="http://schemas.microsoft.com/office/drawing/2014/main" id="{FF0A8DA4-796C-4D83-A511-7E33ECC19533}"/>
              </a:ext>
              <a:ext uri="{C183D7F6-B498-43B3-948B-1728B52AA6E4}">
                <adec:decorative xmlns:adec="http://schemas.microsoft.com/office/drawing/2017/decorative" val="1"/>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4070313116"/>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06" r:id="rId8"/>
    <p:sldLayoutId id="2147483767" r:id="rId9"/>
    <p:sldLayoutId id="2147483768" r:id="rId10"/>
    <p:sldLayoutId id="2147483770" r:id="rId11"/>
  </p:sldLayoutIdLst>
  <p:hf sldNum="0" hdr="0" ftr="0" dt="0"/>
  <p:txStyles>
    <p:titleStyle>
      <a:lvl1pPr algn="l" defTabSz="914400" rtl="0" eaLnBrk="1" latinLnBrk="0" hangingPunct="1">
        <a:lnSpc>
          <a:spcPct val="90000"/>
        </a:lnSpc>
        <a:spcBef>
          <a:spcPct val="0"/>
        </a:spcBef>
        <a:buNone/>
        <a:defRPr sz="3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tx1"/>
          </a:solidFill>
          <a:latin typeface="+mn-lt"/>
          <a:ea typeface="+mn-ea"/>
          <a:cs typeface="+mn-cs"/>
        </a:defRPr>
      </a:lvl1pPr>
      <a:lvl2pPr marL="0" indent="0" algn="l"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233363" indent="-173038"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457200" indent="-1730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690563" indent="-1730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342900" indent="-342900" algn="l" defTabSz="914400" rtl="0" eaLnBrk="1" latinLnBrk="0" hangingPunct="1">
        <a:lnSpc>
          <a:spcPct val="100000"/>
        </a:lnSpc>
        <a:spcBef>
          <a:spcPts val="1200"/>
        </a:spcBef>
        <a:buFont typeface="Open Sans" panose="020B0606030504020204" pitchFamily="34" charset="0"/>
        <a:buChar char="—"/>
        <a:defRPr sz="2000" kern="1200">
          <a:solidFill>
            <a:schemeClr val="tx1"/>
          </a:solidFill>
          <a:latin typeface="+mn-lt"/>
          <a:ea typeface="+mn-ea"/>
          <a:cs typeface="+mn-cs"/>
        </a:defRPr>
      </a:lvl6pPr>
      <a:lvl7pPr marL="514350" indent="-171450" algn="l" defTabSz="914400" rtl="0" eaLnBrk="1" latinLnBrk="0" hangingPunct="1">
        <a:lnSpc>
          <a:spcPct val="100000"/>
        </a:lnSpc>
        <a:spcBef>
          <a:spcPts val="500"/>
        </a:spcBef>
        <a:buFont typeface="Symbol" panose="05050102010706020507" pitchFamily="18" charset="2"/>
        <a:buChar char="-"/>
        <a:defRPr sz="1600" kern="1200">
          <a:solidFill>
            <a:schemeClr val="tx1"/>
          </a:solidFill>
          <a:latin typeface="+mn-lt"/>
          <a:ea typeface="+mn-ea"/>
          <a:cs typeface="+mn-cs"/>
        </a:defRPr>
      </a:lvl7pPr>
      <a:lvl8pPr marL="685800" indent="-114300" algn="l" defTabSz="914400" rtl="0" eaLnBrk="1" latinLnBrk="0" hangingPunct="1">
        <a:lnSpc>
          <a:spcPct val="100000"/>
        </a:lnSpc>
        <a:spcBef>
          <a:spcPts val="500"/>
        </a:spcBef>
        <a:buFont typeface="Open Sans" panose="020B0606030504020204" pitchFamily="34" charset="0"/>
        <a:buChar char="­"/>
        <a:defRPr sz="1600" kern="1200">
          <a:solidFill>
            <a:schemeClr val="tx1"/>
          </a:solidFill>
          <a:latin typeface="+mn-lt"/>
          <a:ea typeface="+mn-ea"/>
          <a:cs typeface="+mn-cs"/>
        </a:defRPr>
      </a:lvl8pPr>
      <a:lvl9pPr marL="800100" indent="-1143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userDrawn="1">
          <p15:clr>
            <a:srgbClr val="F26B43"/>
          </p15:clr>
        </p15:guide>
        <p15:guide id="3" pos="384" userDrawn="1">
          <p15:clr>
            <a:srgbClr val="F26B43"/>
          </p15:clr>
        </p15:guide>
        <p15:guide id="4" pos="7296" userDrawn="1">
          <p15:clr>
            <a:srgbClr val="F26B43"/>
          </p15:clr>
        </p15:guide>
        <p15:guide id="5" pos="846" userDrawn="1">
          <p15:clr>
            <a:srgbClr val="F26B43"/>
          </p15:clr>
        </p15:guide>
        <p15:guide id="6" pos="982" userDrawn="1">
          <p15:clr>
            <a:srgbClr val="F26B43"/>
          </p15:clr>
        </p15:guide>
        <p15:guide id="7" pos="1436" userDrawn="1">
          <p15:clr>
            <a:srgbClr val="F26B43"/>
          </p15:clr>
        </p15:guide>
        <p15:guide id="8" pos="1560" userDrawn="1">
          <p15:clr>
            <a:srgbClr val="F26B43"/>
          </p15:clr>
        </p15:guide>
        <p15:guide id="9" pos="2026" userDrawn="1">
          <p15:clr>
            <a:srgbClr val="F26B43"/>
          </p15:clr>
        </p15:guide>
        <p15:guide id="10" pos="2139" userDrawn="1">
          <p15:clr>
            <a:srgbClr val="F26B43"/>
          </p15:clr>
        </p15:guide>
        <p15:guide id="11" pos="2593" userDrawn="1">
          <p15:clr>
            <a:srgbClr val="F26B43"/>
          </p15:clr>
        </p15:guide>
        <p15:guide id="12" pos="2736" userDrawn="1">
          <p15:clr>
            <a:srgbClr val="F26B43"/>
          </p15:clr>
        </p15:guide>
        <p15:guide id="13" pos="3182" userDrawn="1">
          <p15:clr>
            <a:srgbClr val="F26B43"/>
          </p15:clr>
        </p15:guide>
        <p15:guide id="14" pos="3318" userDrawn="1">
          <p15:clr>
            <a:srgbClr val="F26B43"/>
          </p15:clr>
        </p15:guide>
        <p15:guide id="15" pos="3772" userDrawn="1">
          <p15:clr>
            <a:srgbClr val="F26B43"/>
          </p15:clr>
        </p15:guide>
        <p15:guide id="16" pos="3908" userDrawn="1">
          <p15:clr>
            <a:srgbClr val="F26B43"/>
          </p15:clr>
        </p15:guide>
        <p15:guide id="17" pos="4362" userDrawn="1">
          <p15:clr>
            <a:srgbClr val="F26B43"/>
          </p15:clr>
        </p15:guide>
        <p15:guide id="18" pos="4498" userDrawn="1">
          <p15:clr>
            <a:srgbClr val="F26B43"/>
          </p15:clr>
        </p15:guide>
        <p15:guide id="19" pos="4951" userDrawn="1">
          <p15:clr>
            <a:srgbClr val="F26B43"/>
          </p15:clr>
        </p15:guide>
        <p15:guide id="20" pos="5087" userDrawn="1">
          <p15:clr>
            <a:srgbClr val="F26B43"/>
          </p15:clr>
        </p15:guide>
        <p15:guide id="21" pos="5541" userDrawn="1">
          <p15:clr>
            <a:srgbClr val="F26B43"/>
          </p15:clr>
        </p15:guide>
        <p15:guide id="22" pos="5654" userDrawn="1">
          <p15:clr>
            <a:srgbClr val="F26B43"/>
          </p15:clr>
        </p15:guide>
        <p15:guide id="23" pos="6120" userDrawn="1">
          <p15:clr>
            <a:srgbClr val="F26B43"/>
          </p15:clr>
        </p15:guide>
        <p15:guide id="24" pos="6244" userDrawn="1">
          <p15:clr>
            <a:srgbClr val="F26B43"/>
          </p15:clr>
        </p15:guide>
        <p15:guide id="25" pos="6698" userDrawn="1">
          <p15:clr>
            <a:srgbClr val="F26B43"/>
          </p15:clr>
        </p15:guide>
        <p15:guide id="26" pos="6834" userDrawn="1">
          <p15:clr>
            <a:srgbClr val="F26B43"/>
          </p15:clr>
        </p15:guide>
        <p15:guide id="27" orient="horz" pos="2160" userDrawn="1">
          <p15:clr>
            <a:srgbClr val="F26B43"/>
          </p15:clr>
        </p15:guide>
        <p15:guide id="28" orient="horz" pos="4065" userDrawn="1">
          <p15:clr>
            <a:srgbClr val="F26B43"/>
          </p15:clr>
        </p15:guide>
        <p15:guide id="29" orient="horz" pos="3816" userDrawn="1">
          <p15:clr>
            <a:srgbClr val="F26B43"/>
          </p15:clr>
        </p15:guide>
        <p15:guide id="30" orient="horz" pos="663" userDrawn="1">
          <p15:clr>
            <a:srgbClr val="F26B43"/>
          </p15:clr>
        </p15:guide>
        <p15:guide id="31" orient="horz" pos="550" userDrawn="1">
          <p15:clr>
            <a:srgbClr val="F26B43"/>
          </p15:clr>
        </p15:guide>
        <p15:guide id="32" orient="horz" pos="2341" userDrawn="1">
          <p15:clr>
            <a:srgbClr val="F26B43"/>
          </p15:clr>
        </p15:guide>
        <p15:guide id="33" orient="horz" pos="1888" userDrawn="1">
          <p15:clr>
            <a:srgbClr val="F26B43"/>
          </p15:clr>
        </p15:guide>
        <p15:guide id="34" orient="horz" pos="3680" userDrawn="1">
          <p15:clr>
            <a:srgbClr val="F26B43"/>
          </p15:clr>
        </p15:guide>
        <p15:guide id="35" orient="horz" pos="109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chart" Target="../charts/char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chart" Target="../charts/char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Produktionsplanung und</a:t>
            </a:r>
          </a:p>
          <a:p>
            <a:r>
              <a:t>-steuerung (PP)</a:t>
            </a:r>
          </a:p>
        </p:txBody>
      </p:sp>
      <p:sp>
        <p:nvSpPr>
          <p:cNvPr id="3" name="Subtitle 2"/>
          <p:cNvSpPr>
            <a:spLocks noGrp="1"/>
          </p:cNvSpPr>
          <p:nvPr>
            <p:ph type="subTitle" idx="1"/>
          </p:nvPr>
        </p:nvSpPr>
        <p:spPr/>
        <p:txBody>
          <a:bodyPr/>
          <a:lstStyle/>
          <a:p>
            <a:r>
              <a:t>Referat im Seminar „Logistik mit SAP“</a:t>
            </a:r>
          </a:p>
          <a:p>
            <a:r>
              <a:t>Dulce Mariah García Vilchis, Montserrat Guadalupe Juárez Templos, Zaid Maadi</a:t>
            </a:r>
          </a:p>
        </p:txBody>
      </p:sp>
      <p:sp>
        <p:nvSpPr>
          <p:cNvPr id="4" name="Text Placeholder 3"/>
          <p:cNvSpPr>
            <a:spLocks noGrp="1"/>
          </p:cNvSpPr>
          <p:nvPr>
            <p:ph type="body" idx="10" sz="quarter"/>
          </p:nvPr>
        </p:nvSpPr>
        <p:spPr/>
        <p:txBody>
          <a:bodyPr/>
          <a:lstStyle/>
          <a:p>
            <a:r>
              <a:t>Dresden, 25.11.2026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Gliederung</a:t>
            </a:r>
          </a:p>
        </p:txBody>
      </p:sp>
      <p:sp>
        <p:nvSpPr>
          <p:cNvPr id="3" name="Content Placeholder 2"/>
          <p:cNvSpPr>
            <a:spLocks noGrp="1"/>
          </p:cNvSpPr>
          <p:nvPr>
            <p:ph idx="1"/>
          </p:nvPr>
        </p:nvSpPr>
        <p:spPr/>
        <p:txBody>
          <a:bodyPr/>
          <a:lstStyle/>
          <a:p>
            <a:pPr/>
            <a:r>
              <a:rPr sz="2200"/>
              <a:t>1   Einführung</a:t>
            </a:r>
          </a:p>
          <a:p>
            <a:pPr/>
            <a:r>
              <a:rPr sz="2200"/>
              <a:t>2   Organisationsstruktur</a:t>
            </a:r>
          </a:p>
          <a:p>
            <a:pPr/>
            <a:r>
              <a:rPr sz="2200"/>
              <a:t>3   Daten in PP</a:t>
            </a:r>
          </a:p>
          <a:p>
            <a:pPr/>
            <a:r>
              <a:rPr sz="2200"/>
              <a:t>4   Prozesse in PP</a:t>
            </a:r>
          </a:p>
          <a:p>
            <a:pPr/>
            <a:r>
              <a:rPr sz="2200"/>
              <a:t>5   Fazit und Ausblick</a:t>
            </a:r>
          </a:p>
          <a:p>
            <a:pPr/>
            <a:r>
              <a:rPr sz="2200"/>
              <a:t>6   Quiz und Diskussion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Global Bike will bis Dezember 100 Fahrräder verkaufen.</a:t>
            </a:r>
          </a:p>
          <a:p/>
          <a:p>
            <a:r>
              <a:t>Was muss passieren, damit die Räder rechtzeitig fertig sind?</a:t>
            </a:r>
          </a:p>
        </p:txBody>
      </p:sp>
      <p:sp>
        <p:nvSpPr>
          <p:cNvPr id="3" name="Text Placeholder 2"/>
          <p:cNvSpPr>
            <a:spLocks noGrp="1"/>
          </p:cNvSpPr>
          <p:nvPr>
            <p:ph type="body" idx="12" sz="quarter"/>
          </p:nvPr>
        </p:nvSpPr>
        <p:spPr/>
        <p:txBody>
          <a:bodyPr/>
          <a:lstStyle/>
          <a:p>
            <a:r>
              <a:t>Kurze Frage an Sie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Einführung</a:t>
            </a:r>
          </a:p>
        </p:txBody>
      </p:sp>
      <p:sp>
        <p:nvSpPr>
          <p:cNvPr id="3" name="Text Placeholder 2"/>
          <p:cNvSpPr>
            <a:spLocks noGrp="1"/>
          </p:cNvSpPr>
          <p:nvPr>
            <p:ph type="body" idx="10" sz="quarter"/>
          </p:nvPr>
        </p:nvSpPr>
        <p:spPr/>
        <p:txBody>
          <a:bodyPr/>
          <a:lstStyle/>
          <a:p>
            <a:r>
              <a:t>Begriffe, Ziele, Einordnung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sz="half"/>
          </p:nvPr>
        </p:nvSpPr>
        <p:spPr/>
        <p:txBody>
          <a:bodyPr/>
          <a:lstStyle/>
          <a:p>
            <a:pPr/>
            <a:r>
              <a:rPr b="1" sz="1800">
                <a:solidFill>
                  <a:srgbClr val="00008C"/>
                </a:solidFill>
              </a:rPr>
              <a:t>Produktionsplanung</a:t>
            </a:r>
          </a:p>
          <a:p>
            <a:pPr lvl="2"/>
            <a:r>
              <a:rPr sz="1800"/>
              <a:t>Was wird produziert?</a:t>
            </a:r>
          </a:p>
          <a:p>
            <a:pPr lvl="2"/>
            <a:r>
              <a:rPr sz="1800"/>
              <a:t>Wie viel?</a:t>
            </a:r>
          </a:p>
          <a:p>
            <a:pPr lvl="2"/>
            <a:r>
              <a:rPr sz="1800"/>
              <a:t>Wann?</a:t>
            </a:r>
          </a:p>
          <a:p>
            <a:pPr lvl="2"/>
            <a:r>
              <a:rPr sz="1800"/>
              <a:t>Welches Material brauchen wir dafür?</a:t>
            </a:r>
          </a:p>
        </p:txBody>
      </p:sp>
      <p:sp>
        <p:nvSpPr>
          <p:cNvPr id="3" name="Content Placeholder 2"/>
          <p:cNvSpPr>
            <a:spLocks noGrp="1"/>
          </p:cNvSpPr>
          <p:nvPr>
            <p:ph idx="2" sz="half"/>
          </p:nvPr>
        </p:nvSpPr>
        <p:spPr/>
        <p:txBody>
          <a:bodyPr/>
          <a:lstStyle/>
          <a:p>
            <a:pPr/>
            <a:r>
              <a:rPr b="1" sz="1800">
                <a:solidFill>
                  <a:srgbClr val="00008C"/>
                </a:solidFill>
              </a:rPr>
              <a:t>Produktionssteuerung</a:t>
            </a:r>
          </a:p>
          <a:p>
            <a:pPr lvl="2"/>
            <a:r>
              <a:rPr sz="1800"/>
              <a:t>Aufträge an die Fertigung geben</a:t>
            </a:r>
          </a:p>
          <a:p>
            <a:pPr lvl="2"/>
            <a:r>
              <a:rPr sz="1800"/>
              <a:t>Material bereitstellen</a:t>
            </a:r>
          </a:p>
          <a:p>
            <a:pPr lvl="2"/>
            <a:r>
              <a:rPr sz="1800"/>
              <a:t>Fortschritt melden</a:t>
            </a:r>
          </a:p>
          <a:p>
            <a:pPr lvl="2"/>
            <a:r>
              <a:rPr sz="1800"/>
              <a:t>Fertige Ware einlagern</a:t>
            </a:r>
          </a:p>
        </p:txBody>
      </p:sp>
      <p:sp>
        <p:nvSpPr>
          <p:cNvPr id="4" name="Title 3"/>
          <p:cNvSpPr>
            <a:spLocks noGrp="1"/>
          </p:cNvSpPr>
          <p:nvPr>
            <p:ph type="title"/>
          </p:nvPr>
        </p:nvSpPr>
        <p:spPr/>
        <p:txBody>
          <a:bodyPr/>
          <a:lstStyle/>
          <a:p>
            <a:r>
              <a:t>Was ist Produktionsplanung und -steuerung?</a:t>
            </a:r>
          </a:p>
        </p:txBody>
      </p:sp>
      <p:sp>
        <p:nvSpPr>
          <p:cNvPr id="5" name="TextBox 4"/>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 in Anlehnung an Kappauf et al. (2017), Kap.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Wichtige Begriffe</a:t>
            </a:r>
          </a:p>
        </p:txBody>
      </p:sp>
      <p:sp>
        <p:nvSpPr>
          <p:cNvPr id="3" name="Content Placeholder 2"/>
          <p:cNvSpPr>
            <a:spLocks noGrp="1"/>
          </p:cNvSpPr>
          <p:nvPr>
            <p:ph idx="1"/>
          </p:nvPr>
        </p:nvSpPr>
        <p:spPr/>
        <p:txBody>
          <a:bodyPr/>
          <a:lstStyle/>
          <a:p>
            <a:pPr lvl="2"/>
            <a:r>
              <a:rPr b="1" sz="1800"/>
              <a:t>Primärbedarf: </a:t>
            </a:r>
            <a:r>
              <a:rPr sz="1800"/>
              <a:t>Bedarf an fertigen Produkten, z. B. Fahrräder</a:t>
            </a:r>
          </a:p>
          <a:p>
            <a:pPr lvl="2"/>
            <a:r>
              <a:rPr b="1" sz="1800"/>
              <a:t>Sekundärbedarf: </a:t>
            </a:r>
            <a:r>
              <a:rPr sz="1800"/>
              <a:t>Bedarf an Teilen, z. B. Pedale – kommt aus der Stückliste</a:t>
            </a:r>
          </a:p>
          <a:p>
            <a:pPr lvl="2"/>
            <a:r>
              <a:rPr b="1" sz="1800"/>
              <a:t>Nettobedarf: </a:t>
            </a:r>
            <a:r>
              <a:rPr sz="1800"/>
              <a:t>Bedarf minus Lagerbestand minus offene Zugänge</a:t>
            </a:r>
          </a:p>
          <a:p>
            <a:pPr lvl="2"/>
            <a:r>
              <a:rPr b="1" sz="1800"/>
              <a:t>Losgröße: </a:t>
            </a:r>
            <a:r>
              <a:rPr sz="1800"/>
              <a:t>Menge, die man auf einmal produziert oder bestellt</a:t>
            </a:r>
          </a:p>
          <a:p>
            <a:pPr lvl="2"/>
            <a:r>
              <a:rPr b="1" sz="1800"/>
              <a:t>Durchlaufzeit: </a:t>
            </a:r>
            <a:r>
              <a:rPr sz="1800"/>
              <a:t>Zeit vom Start bis zum Ende eines Auftrags</a:t>
            </a:r>
          </a:p>
          <a:p>
            <a:pPr lvl="2"/>
            <a:r>
              <a:rPr b="1" sz="1800"/>
              <a:t>Make or Buy: </a:t>
            </a:r>
            <a:r>
              <a:rPr sz="1800"/>
              <a:t>selbst herstellen (Eigenfertigung) oder kaufen (Fremdbeschaffung)</a:t>
            </a:r>
          </a:p>
        </p:txBody>
      </p:sp>
      <p:sp>
        <p:nvSpPr>
          <p:cNvPr id="4" name="TextBox 3"/>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 Kappauf et al. (2017), Kap. 4.4–4.5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Ziele der Produktionsplanung</a:t>
            </a:r>
          </a:p>
        </p:txBody>
      </p:sp>
      <p:sp>
        <p:nvSpPr>
          <p:cNvPr id="3" name="Content Placeholder 2"/>
          <p:cNvSpPr>
            <a:spLocks noGrp="1"/>
          </p:cNvSpPr>
          <p:nvPr>
            <p:ph idx="1"/>
          </p:nvPr>
        </p:nvSpPr>
        <p:spPr/>
        <p:txBody>
          <a:bodyPr/>
          <a:lstStyle/>
          <a:p>
            <a:pPr/>
            <a:r>
              <a:rPr sz="1800"/>
              <a:t>Am Ende geht es vor allem um niedrigere Herstellkosten. Dafür will man:</a:t>
            </a:r>
          </a:p>
          <a:p>
            <a:pPr lvl="2"/>
            <a:r>
              <a:rPr sz="1800"/>
              <a:t>Kunden pünktlich beliefern</a:t>
            </a:r>
          </a:p>
          <a:p>
            <a:pPr lvl="2"/>
            <a:r>
              <a:rPr sz="1800"/>
              <a:t>wenig Lagerbestand haben</a:t>
            </a:r>
          </a:p>
          <a:p>
            <a:pPr lvl="2"/>
            <a:r>
              <a:rPr sz="1800"/>
              <a:t>Maschinen und Personal gut auslasten</a:t>
            </a:r>
          </a:p>
          <a:p>
            <a:pPr lvl="2"/>
            <a:r>
              <a:rPr sz="1800"/>
              <a:t>kurze Durchlaufzeiten erreichen</a:t>
            </a:r>
          </a:p>
          <a:p>
            <a:pPr/>
            <a:r>
              <a:rPr sz="1800"/>
              <a:t>Problem: Diese Ziele passen nicht immer zusammen. Volle Auslastung führt z. B. zu Wartezeiten und damit zu längeren Durchlaufzeiten („Dilemma der Ablaufplanung“).</a:t>
            </a:r>
          </a:p>
        </p:txBody>
      </p:sp>
      <p:sp>
        <p:nvSpPr>
          <p:cNvPr id="4" name="TextBox 3"/>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Quellen: Kappauf et al. (2017), Kap. 4.1; Gutenberg (1951)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Planungsebenen</a:t>
            </a:r>
          </a:p>
        </p:txBody>
      </p:sp>
      <p:graphicFrame>
        <p:nvGraphicFramePr>
          <p:cNvPr id="3" name="Table 2"/>
          <p:cNvGraphicFramePr>
            <a:graphicFrameLocks noGrp="1"/>
          </p:cNvGraphicFramePr>
          <p:nvPr/>
        </p:nvGraphicFramePr>
        <p:xfrm>
          <a:off x="612648" y="1645920"/>
          <a:ext cx="10972800" cy="2743200"/>
        </p:xfrm>
        <a:graphic>
          <a:graphicData uri="http://schemas.openxmlformats.org/drawingml/2006/table">
            <a:tbl>
              <a:tblPr firstRow="0" bandRow="0">
                <a:tableStyleId>{5C22544A-7EE6-4342-B048-85BDC9FD1C3A}</a:tableStyleId>
              </a:tblPr>
              <a:tblGrid>
                <a:gridCol w="2286000"/>
                <a:gridCol w="2011680"/>
                <a:gridCol w="6675120"/>
              </a:tblGrid>
              <a:tr h="685800">
                <a:tc>
                  <a:txBody>
                    <a:bodyPr wrap="square"/>
                    <a:lstStyle/>
                    <a:p>
                      <a:pPr algn="l">
                        <a:spcAft>
                          <a:spcPts val="0"/>
                        </a:spcAft>
                      </a:pPr>
                      <a:r>
                        <a:rPr sz="1700" b="1" i="0">
                          <a:solidFill>
                            <a:srgbClr val="FFFFFF"/>
                          </a:solidFill>
                        </a:rPr>
                        <a:t>Ebene</a:t>
                      </a:r>
                    </a:p>
                  </a:txBody>
                  <a:tcPr marL="91440" marR="91440" anchor="ctr">
                    <a:solidFill>
                      <a:srgbClr val="00008C"/>
                    </a:solidFill>
                  </a:tcPr>
                </a:tc>
                <a:tc>
                  <a:txBody>
                    <a:bodyPr wrap="square"/>
                    <a:lstStyle/>
                    <a:p>
                      <a:pPr algn="l">
                        <a:spcAft>
                          <a:spcPts val="0"/>
                        </a:spcAft>
                      </a:pPr>
                      <a:r>
                        <a:rPr sz="1700" b="1" i="0">
                          <a:solidFill>
                            <a:srgbClr val="FFFFFF"/>
                          </a:solidFill>
                        </a:rPr>
                        <a:t>Zeitraum</a:t>
                      </a:r>
                    </a:p>
                  </a:txBody>
                  <a:tcPr marL="91440" marR="91440" anchor="ctr">
                    <a:solidFill>
                      <a:srgbClr val="00008C"/>
                    </a:solidFill>
                  </a:tcPr>
                </a:tc>
                <a:tc>
                  <a:txBody>
                    <a:bodyPr wrap="square"/>
                    <a:lstStyle/>
                    <a:p>
                      <a:pPr algn="l">
                        <a:spcAft>
                          <a:spcPts val="0"/>
                        </a:spcAft>
                      </a:pPr>
                      <a:r>
                        <a:rPr sz="1700" b="1" i="0">
                          <a:solidFill>
                            <a:srgbClr val="FFFFFF"/>
                          </a:solidFill>
                        </a:rPr>
                        <a:t>Beispiele</a:t>
                      </a:r>
                    </a:p>
                  </a:txBody>
                  <a:tcPr marL="91440" marR="91440" anchor="ctr">
                    <a:solidFill>
                      <a:srgbClr val="00008C"/>
                    </a:solidFill>
                  </a:tcPr>
                </a:tc>
              </a:tr>
              <a:tr h="685800">
                <a:tc>
                  <a:txBody>
                    <a:bodyPr wrap="square"/>
                    <a:lstStyle/>
                    <a:p>
                      <a:pPr algn="l">
                        <a:spcAft>
                          <a:spcPts val="0"/>
                        </a:spcAft>
                      </a:pPr>
                      <a:r>
                        <a:rPr sz="1700" b="1" i="0">
                          <a:solidFill>
                            <a:srgbClr val="1E1E28"/>
                          </a:solidFill>
                        </a:rPr>
                        <a:t>Strategisch</a:t>
                      </a:r>
                    </a:p>
                  </a:txBody>
                  <a:tcPr marL="91440" marR="91440" anchor="ctr">
                    <a:solidFill>
                      <a:srgbClr val="FFFFFF"/>
                    </a:solidFill>
                  </a:tcPr>
                </a:tc>
                <a:tc>
                  <a:txBody>
                    <a:bodyPr wrap="square"/>
                    <a:lstStyle/>
                    <a:p>
                      <a:pPr algn="l">
                        <a:spcAft>
                          <a:spcPts val="0"/>
                        </a:spcAft>
                      </a:pPr>
                      <a:r>
                        <a:rPr sz="1700" b="0" i="0">
                          <a:solidFill>
                            <a:srgbClr val="1E1E28"/>
                          </a:solidFill>
                        </a:rPr>
                        <a:t>Jahre</a:t>
                      </a:r>
                    </a:p>
                  </a:txBody>
                  <a:tcPr marL="91440" marR="91440" anchor="ctr">
                    <a:solidFill>
                      <a:srgbClr val="FFFFFF"/>
                    </a:solidFill>
                  </a:tcPr>
                </a:tc>
                <a:tc>
                  <a:txBody>
                    <a:bodyPr wrap="square"/>
                    <a:lstStyle/>
                    <a:p>
                      <a:pPr algn="l">
                        <a:spcAft>
                          <a:spcPts val="0"/>
                        </a:spcAft>
                      </a:pPr>
                      <a:r>
                        <a:rPr sz="1700" b="0" i="0">
                          <a:solidFill>
                            <a:srgbClr val="1E1E28"/>
                          </a:solidFill>
                        </a:rPr>
                        <a:t>Wo bauen wir ein Werk? Selbst machen oder kaufen?</a:t>
                      </a:r>
                    </a:p>
                  </a:txBody>
                  <a:tcPr marL="91440" marR="91440" anchor="ctr">
                    <a:solidFill>
                      <a:srgbClr val="FFFFFF"/>
                    </a:solidFill>
                  </a:tcPr>
                </a:tc>
              </a:tr>
              <a:tr h="685800">
                <a:tc>
                  <a:txBody>
                    <a:bodyPr wrap="square"/>
                    <a:lstStyle/>
                    <a:p>
                      <a:pPr algn="l">
                        <a:spcAft>
                          <a:spcPts val="0"/>
                        </a:spcAft>
                      </a:pPr>
                      <a:r>
                        <a:rPr sz="1700" b="1" i="0">
                          <a:solidFill>
                            <a:srgbClr val="1E1E28"/>
                          </a:solidFill>
                        </a:rPr>
                        <a:t>Taktisch</a:t>
                      </a:r>
                    </a:p>
                  </a:txBody>
                  <a:tcPr marL="91440" marR="91440" anchor="ctr">
                    <a:solidFill>
                      <a:srgbClr val="E8E8F5"/>
                    </a:solidFill>
                  </a:tcPr>
                </a:tc>
                <a:tc>
                  <a:txBody>
                    <a:bodyPr wrap="square"/>
                    <a:lstStyle/>
                    <a:p>
                      <a:pPr algn="l">
                        <a:spcAft>
                          <a:spcPts val="0"/>
                        </a:spcAft>
                      </a:pPr>
                      <a:r>
                        <a:rPr sz="1700" b="0" i="0">
                          <a:solidFill>
                            <a:srgbClr val="1E1E28"/>
                          </a:solidFill>
                        </a:rPr>
                        <a:t>Monate</a:t>
                      </a:r>
                    </a:p>
                  </a:txBody>
                  <a:tcPr marL="91440" marR="91440" anchor="ctr">
                    <a:solidFill>
                      <a:srgbClr val="E8E8F5"/>
                    </a:solidFill>
                  </a:tcPr>
                </a:tc>
                <a:tc>
                  <a:txBody>
                    <a:bodyPr wrap="square"/>
                    <a:lstStyle/>
                    <a:p>
                      <a:pPr algn="l">
                        <a:spcAft>
                          <a:spcPts val="0"/>
                        </a:spcAft>
                      </a:pPr>
                      <a:r>
                        <a:rPr sz="1700" b="0" i="0">
                          <a:solidFill>
                            <a:srgbClr val="1E1E28"/>
                          </a:solidFill>
                        </a:rPr>
                        <a:t>Grobplanung von Absatz und Produktion, Lieferanten auswählen</a:t>
                      </a:r>
                    </a:p>
                  </a:txBody>
                  <a:tcPr marL="91440" marR="91440" anchor="ctr">
                    <a:solidFill>
                      <a:srgbClr val="E8E8F5"/>
                    </a:solidFill>
                  </a:tcPr>
                </a:tc>
              </a:tr>
              <a:tr h="685800">
                <a:tc>
                  <a:txBody>
                    <a:bodyPr wrap="square"/>
                    <a:lstStyle/>
                    <a:p>
                      <a:pPr algn="l">
                        <a:spcAft>
                          <a:spcPts val="0"/>
                        </a:spcAft>
                      </a:pPr>
                      <a:r>
                        <a:rPr sz="1700" b="1" i="0">
                          <a:solidFill>
                            <a:srgbClr val="1E1E28"/>
                          </a:solidFill>
                        </a:rPr>
                        <a:t>Operativ</a:t>
                      </a:r>
                    </a:p>
                  </a:txBody>
                  <a:tcPr marL="91440" marR="91440" anchor="ctr">
                    <a:solidFill>
                      <a:srgbClr val="FFFFFF"/>
                    </a:solidFill>
                  </a:tcPr>
                </a:tc>
                <a:tc>
                  <a:txBody>
                    <a:bodyPr wrap="square"/>
                    <a:lstStyle/>
                    <a:p>
                      <a:pPr algn="l">
                        <a:spcAft>
                          <a:spcPts val="0"/>
                        </a:spcAft>
                      </a:pPr>
                      <a:r>
                        <a:rPr sz="1700" b="0" i="0">
                          <a:solidFill>
                            <a:srgbClr val="1E1E28"/>
                          </a:solidFill>
                        </a:rPr>
                        <a:t>Tage / Wochen</a:t>
                      </a:r>
                    </a:p>
                  </a:txBody>
                  <a:tcPr marL="91440" marR="91440" anchor="ctr">
                    <a:solidFill>
                      <a:srgbClr val="FFFFFF"/>
                    </a:solidFill>
                  </a:tcPr>
                </a:tc>
                <a:tc>
                  <a:txBody>
                    <a:bodyPr wrap="square"/>
                    <a:lstStyle/>
                    <a:p>
                      <a:pPr algn="l">
                        <a:spcAft>
                          <a:spcPts val="0"/>
                        </a:spcAft>
                      </a:pPr>
                      <a:r>
                        <a:rPr sz="1700" b="0" i="0">
                          <a:solidFill>
                            <a:srgbClr val="1E1E28"/>
                          </a:solidFill>
                        </a:rPr>
                        <a:t>Materialbedarf planen, Fertigungsaufträge, Material bereitstellen</a:t>
                      </a:r>
                    </a:p>
                  </a:txBody>
                  <a:tcPr marL="91440" marR="91440" anchor="ctr">
                    <a:solidFill>
                      <a:srgbClr val="FFFFFF"/>
                    </a:solidFill>
                  </a:tcPr>
                </a:tc>
              </a:tr>
            </a:tbl>
          </a:graphicData>
        </a:graphic>
      </p:graphicFrame>
      <p:sp>
        <p:nvSpPr>
          <p:cNvPr id="4" name="TextBox 3"/>
          <p:cNvSpPr txBox="1"/>
          <p:nvPr/>
        </p:nvSpPr>
        <p:spPr>
          <a:xfrm>
            <a:off x="612648" y="4617720"/>
            <a:ext cx="10972800" cy="457200"/>
          </a:xfrm>
          <a:prstGeom prst="rect">
            <a:avLst/>
          </a:prstGeom>
          <a:noFill/>
        </p:spPr>
        <p:txBody>
          <a:bodyPr wrap="square" lIns="0" rIns="0" tIns="0" bIns="0" anchor="t"/>
          <a:lstStyle/>
          <a:p>
            <a:pPr algn="l">
              <a:spcAft>
                <a:spcPts val="400"/>
              </a:spcAft>
            </a:pPr>
            <a:r>
              <a:rPr sz="1800" b="0" i="0">
                <a:solidFill>
                  <a:srgbClr val="1E1E28"/>
                </a:solidFill>
              </a:rPr>
              <a:t>In SAP PP geht es vor allem um die taktische und die operative Ebene.</a:t>
            </a:r>
          </a:p>
        </p:txBody>
      </p:sp>
      <p:sp>
        <p:nvSpPr>
          <p:cNvPr id="5" name="TextBox 4"/>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 Kappauf et al. (2017), Kap. 4.1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Einordnung in die Wertschöpfungskette</a:t>
            </a:r>
          </a:p>
        </p:txBody>
      </p:sp>
      <p:sp>
        <p:nvSpPr>
          <p:cNvPr id="3" name="Rectangle 2"/>
          <p:cNvSpPr/>
          <p:nvPr/>
        </p:nvSpPr>
        <p:spPr>
          <a:xfrm>
            <a:off x="612648" y="1828800"/>
            <a:ext cx="1920240" cy="1005840"/>
          </a:xfrm>
          <a:prstGeom prst="rect">
            <a:avLst/>
          </a:prstGeom>
          <a:solidFill>
            <a:srgbClr val="E8E8F5"/>
          </a:solidFill>
          <a:ln>
            <a:noFill/>
          </a:ln>
        </p:spPr>
        <p:txBody>
          <a:bodyPr rtlCol="0" anchor="ctr" lIns="137160" rIns="137160" tIns="54864" bIns="54864" wrap="square"/>
          <a:lstStyle/>
          <a:p>
            <a:pPr algn="ctr">
              <a:spcAft>
                <a:spcPts val="0"/>
              </a:spcAft>
            </a:pPr>
            <a:r>
              <a:rPr sz="1600" b="0" i="0">
                <a:solidFill>
                  <a:srgbClr val="1E1E28"/>
                </a:solidFill>
              </a:rPr>
              <a:t>Beschaffung</a:t>
            </a:r>
          </a:p>
          <a:p>
            <a:pPr algn="ctr">
              <a:spcAft>
                <a:spcPts val="0"/>
              </a:spcAft>
            </a:pPr>
            <a:r>
              <a:rPr sz="1600" b="0" i="0">
                <a:solidFill>
                  <a:srgbClr val="1E1E28"/>
                </a:solidFill>
              </a:rPr>
              <a:t>(MM)</a:t>
            </a:r>
          </a:p>
        </p:txBody>
      </p:sp>
      <p:cxnSp>
        <p:nvCxnSpPr>
          <p:cNvPr id="4" name="Connector 3"/>
          <p:cNvCxnSpPr/>
          <p:nvPr/>
        </p:nvCxnSpPr>
        <p:spPr>
          <a:xfrm>
            <a:off x="2532888" y="2331720"/>
            <a:ext cx="347472" cy="0"/>
          </a:xfrm>
          <a:prstGeom prst="line">
            <a:avLst/>
          </a:prstGeom>
          <a:ln w="19050">
            <a:solidFill>
              <a:srgbClr val="5A5A6E"/>
            </a:solidFill>
            <a:tailEnd type="triangle" w="med" len="med"/>
          </a:ln>
        </p:spPr>
      </p:cxnSp>
      <p:sp>
        <p:nvSpPr>
          <p:cNvPr id="5" name="Rectangle 4"/>
          <p:cNvSpPr/>
          <p:nvPr/>
        </p:nvSpPr>
        <p:spPr>
          <a:xfrm>
            <a:off x="2880360" y="1828800"/>
            <a:ext cx="1920240" cy="1005840"/>
          </a:xfrm>
          <a:prstGeom prst="rect">
            <a:avLst/>
          </a:prstGeom>
          <a:solidFill>
            <a:srgbClr val="E8E8F5"/>
          </a:solidFill>
          <a:ln>
            <a:noFill/>
          </a:ln>
        </p:spPr>
        <p:txBody>
          <a:bodyPr rtlCol="0" anchor="ctr" lIns="137160" rIns="137160" tIns="54864" bIns="54864" wrap="square"/>
          <a:lstStyle/>
          <a:p>
            <a:pPr algn="ctr">
              <a:spcAft>
                <a:spcPts val="0"/>
              </a:spcAft>
            </a:pPr>
            <a:r>
              <a:rPr sz="1600" b="0" i="0">
                <a:solidFill>
                  <a:srgbClr val="1E1E28"/>
                </a:solidFill>
              </a:rPr>
              <a:t>Lager</a:t>
            </a:r>
          </a:p>
          <a:p>
            <a:pPr algn="ctr">
              <a:spcAft>
                <a:spcPts val="0"/>
              </a:spcAft>
            </a:pPr>
            <a:r>
              <a:rPr sz="1600" b="0" i="0">
                <a:solidFill>
                  <a:srgbClr val="1E1E28"/>
                </a:solidFill>
              </a:rPr>
              <a:t>(WM)</a:t>
            </a:r>
          </a:p>
        </p:txBody>
      </p:sp>
      <p:cxnSp>
        <p:nvCxnSpPr>
          <p:cNvPr id="6" name="Connector 5"/>
          <p:cNvCxnSpPr/>
          <p:nvPr/>
        </p:nvCxnSpPr>
        <p:spPr>
          <a:xfrm>
            <a:off x="4800600" y="2331720"/>
            <a:ext cx="347472" cy="0"/>
          </a:xfrm>
          <a:prstGeom prst="line">
            <a:avLst/>
          </a:prstGeom>
          <a:ln w="19050">
            <a:solidFill>
              <a:srgbClr val="5A5A6E"/>
            </a:solidFill>
            <a:tailEnd type="triangle" w="med" len="med"/>
          </a:ln>
        </p:spPr>
      </p:cxnSp>
      <p:sp>
        <p:nvSpPr>
          <p:cNvPr id="7" name="Rectangle 6"/>
          <p:cNvSpPr/>
          <p:nvPr/>
        </p:nvSpPr>
        <p:spPr>
          <a:xfrm>
            <a:off x="5148072" y="1828800"/>
            <a:ext cx="1920240" cy="1005840"/>
          </a:xfrm>
          <a:prstGeom prst="rect">
            <a:avLst/>
          </a:prstGeom>
          <a:solidFill>
            <a:srgbClr val="00008C"/>
          </a:solidFill>
          <a:ln>
            <a:noFill/>
          </a:ln>
        </p:spPr>
        <p:txBody>
          <a:bodyPr rtlCol="0" anchor="ctr" lIns="137160" rIns="137160" tIns="54864" bIns="54864" wrap="square"/>
          <a:lstStyle/>
          <a:p>
            <a:pPr algn="ctr">
              <a:spcAft>
                <a:spcPts val="0"/>
              </a:spcAft>
            </a:pPr>
            <a:r>
              <a:rPr sz="1600" b="0" i="0">
                <a:solidFill>
                  <a:srgbClr val="FFFFFF"/>
                </a:solidFill>
              </a:rPr>
              <a:t>Produktion</a:t>
            </a:r>
          </a:p>
          <a:p>
            <a:pPr algn="ctr">
              <a:spcAft>
                <a:spcPts val="0"/>
              </a:spcAft>
            </a:pPr>
            <a:r>
              <a:rPr sz="1600" b="0" i="0">
                <a:solidFill>
                  <a:srgbClr val="FFFFFF"/>
                </a:solidFill>
              </a:rPr>
              <a:t>(PP)</a:t>
            </a:r>
          </a:p>
        </p:txBody>
      </p:sp>
      <p:cxnSp>
        <p:nvCxnSpPr>
          <p:cNvPr id="8" name="Connector 7"/>
          <p:cNvCxnSpPr/>
          <p:nvPr/>
        </p:nvCxnSpPr>
        <p:spPr>
          <a:xfrm>
            <a:off x="7068312" y="2331720"/>
            <a:ext cx="347471" cy="0"/>
          </a:xfrm>
          <a:prstGeom prst="line">
            <a:avLst/>
          </a:prstGeom>
          <a:ln w="19050">
            <a:solidFill>
              <a:srgbClr val="5A5A6E"/>
            </a:solidFill>
            <a:tailEnd type="triangle" w="med" len="med"/>
          </a:ln>
        </p:spPr>
      </p:cxnSp>
      <p:sp>
        <p:nvSpPr>
          <p:cNvPr id="9" name="Rectangle 8"/>
          <p:cNvSpPr/>
          <p:nvPr/>
        </p:nvSpPr>
        <p:spPr>
          <a:xfrm>
            <a:off x="7415783" y="1828800"/>
            <a:ext cx="1920240" cy="1005840"/>
          </a:xfrm>
          <a:prstGeom prst="rect">
            <a:avLst/>
          </a:prstGeom>
          <a:solidFill>
            <a:srgbClr val="E8E8F5"/>
          </a:solidFill>
          <a:ln>
            <a:noFill/>
          </a:ln>
        </p:spPr>
        <p:txBody>
          <a:bodyPr rtlCol="0" anchor="ctr" lIns="137160" rIns="137160" tIns="54864" bIns="54864" wrap="square"/>
          <a:lstStyle/>
          <a:p>
            <a:pPr algn="ctr">
              <a:spcAft>
                <a:spcPts val="0"/>
              </a:spcAft>
            </a:pPr>
            <a:r>
              <a:rPr sz="1600" b="0" i="0">
                <a:solidFill>
                  <a:srgbClr val="1E1E28"/>
                </a:solidFill>
              </a:rPr>
              <a:t>Lager</a:t>
            </a:r>
          </a:p>
          <a:p>
            <a:pPr algn="ctr">
              <a:spcAft>
                <a:spcPts val="0"/>
              </a:spcAft>
            </a:pPr>
            <a:r>
              <a:rPr sz="1600" b="0" i="0">
                <a:solidFill>
                  <a:srgbClr val="1E1E28"/>
                </a:solidFill>
              </a:rPr>
              <a:t>(WM)</a:t>
            </a:r>
          </a:p>
        </p:txBody>
      </p:sp>
      <p:cxnSp>
        <p:nvCxnSpPr>
          <p:cNvPr id="10" name="Connector 9"/>
          <p:cNvCxnSpPr/>
          <p:nvPr/>
        </p:nvCxnSpPr>
        <p:spPr>
          <a:xfrm>
            <a:off x="9336024" y="2331720"/>
            <a:ext cx="347472" cy="0"/>
          </a:xfrm>
          <a:prstGeom prst="line">
            <a:avLst/>
          </a:prstGeom>
          <a:ln w="19050">
            <a:solidFill>
              <a:srgbClr val="5A5A6E"/>
            </a:solidFill>
            <a:tailEnd type="triangle" w="med" len="med"/>
          </a:ln>
        </p:spPr>
      </p:cxnSp>
      <p:sp>
        <p:nvSpPr>
          <p:cNvPr id="11" name="Rectangle 10"/>
          <p:cNvSpPr/>
          <p:nvPr/>
        </p:nvSpPr>
        <p:spPr>
          <a:xfrm>
            <a:off x="9683496" y="1828800"/>
            <a:ext cx="1920240" cy="1005840"/>
          </a:xfrm>
          <a:prstGeom prst="rect">
            <a:avLst/>
          </a:prstGeom>
          <a:solidFill>
            <a:srgbClr val="E8E8F5"/>
          </a:solidFill>
          <a:ln>
            <a:noFill/>
          </a:ln>
        </p:spPr>
        <p:txBody>
          <a:bodyPr rtlCol="0" anchor="ctr" lIns="137160" rIns="137160" tIns="54864" bIns="54864" wrap="square"/>
          <a:lstStyle/>
          <a:p>
            <a:pPr algn="ctr">
              <a:spcAft>
                <a:spcPts val="0"/>
              </a:spcAft>
            </a:pPr>
            <a:r>
              <a:rPr sz="1600" b="0" i="0">
                <a:solidFill>
                  <a:srgbClr val="1E1E28"/>
                </a:solidFill>
              </a:rPr>
              <a:t>Vertrieb</a:t>
            </a:r>
          </a:p>
          <a:p>
            <a:pPr algn="ctr">
              <a:spcAft>
                <a:spcPts val="0"/>
              </a:spcAft>
            </a:pPr>
            <a:r>
              <a:rPr sz="1600" b="0" i="0">
                <a:solidFill>
                  <a:srgbClr val="1E1E28"/>
                </a:solidFill>
              </a:rPr>
              <a:t>(SD)</a:t>
            </a:r>
          </a:p>
        </p:txBody>
      </p:sp>
      <p:sp>
        <p:nvSpPr>
          <p:cNvPr id="12" name="TextBox 11"/>
          <p:cNvSpPr txBox="1"/>
          <p:nvPr/>
        </p:nvSpPr>
        <p:spPr>
          <a:xfrm>
            <a:off x="612648" y="3246120"/>
            <a:ext cx="10972800" cy="2194560"/>
          </a:xfrm>
          <a:prstGeom prst="rect">
            <a:avLst/>
          </a:prstGeom>
          <a:noFill/>
        </p:spPr>
        <p:txBody>
          <a:bodyPr wrap="square" lIns="0" rIns="0" tIns="0" bIns="0" anchor="t"/>
          <a:lstStyle/>
          <a:p>
            <a:pPr algn="l" marL="219456" indent="-219456">
              <a:spcAft>
                <a:spcPts val="1000"/>
              </a:spcAft>
              <a:buFont typeface="Arial"/>
              <a:buChar char="•"/>
            </a:pPr>
            <a:r>
              <a:rPr sz="1800" b="1" i="0">
                <a:solidFill>
                  <a:srgbClr val="1E1E28"/>
                </a:solidFill>
              </a:rPr>
              <a:t>Material </a:t>
            </a:r>
            <a:r>
              <a:rPr sz="1800" b="0" i="0">
                <a:solidFill>
                  <a:srgbClr val="1E1E28"/>
                </a:solidFill>
              </a:rPr>
              <a:t>fließt von links nach rechts: vom Lieferanten bis zum Kunden.</a:t>
            </a:r>
          </a:p>
          <a:p>
            <a:pPr algn="l" marL="219456" indent="-219456">
              <a:spcAft>
                <a:spcPts val="1000"/>
              </a:spcAft>
              <a:buFont typeface="Arial"/>
              <a:buChar char="•"/>
            </a:pPr>
            <a:r>
              <a:rPr sz="1800" b="1" i="0">
                <a:solidFill>
                  <a:srgbClr val="1E1E28"/>
                </a:solidFill>
              </a:rPr>
              <a:t>Informationen </a:t>
            </a:r>
            <a:r>
              <a:rPr sz="1800" b="0" i="0">
                <a:solidFill>
                  <a:srgbClr val="1E1E28"/>
                </a:solidFill>
              </a:rPr>
              <a:t>fließen von rechts nach links: Kundenauftrag → Produktionsplan → Materialbedarf → Bestellung.</a:t>
            </a:r>
          </a:p>
          <a:p>
            <a:pPr algn="l" marL="219456" indent="-219456">
              <a:spcAft>
                <a:spcPts val="1000"/>
              </a:spcAft>
              <a:buFont typeface="Arial"/>
              <a:buChar char="•"/>
            </a:pPr>
            <a:r>
              <a:rPr sz="1800" b="0" i="0">
                <a:solidFill>
                  <a:srgbClr val="1E1E28"/>
                </a:solidFill>
              </a:rPr>
              <a:t>PP sitzt also genau zwischen Einkauf und Vertrieb.</a:t>
            </a:r>
          </a:p>
        </p:txBody>
      </p:sp>
      <p:sp>
        <p:nvSpPr>
          <p:cNvPr id="13" name="TextBox 12"/>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 in Anlehnung an Kappauf et al. (2017), Abb. 4.1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 im SAP-System: Verbindung zu anderen Modulen</a:t>
            </a:r>
          </a:p>
        </p:txBody>
      </p:sp>
      <p:graphicFrame>
        <p:nvGraphicFramePr>
          <p:cNvPr id="3" name="Table 2"/>
          <p:cNvGraphicFramePr>
            <a:graphicFrameLocks noGrp="1"/>
          </p:cNvGraphicFramePr>
          <p:nvPr/>
        </p:nvGraphicFramePr>
        <p:xfrm>
          <a:off x="612648" y="1600200"/>
          <a:ext cx="10972800" cy="3840480"/>
        </p:xfrm>
        <a:graphic>
          <a:graphicData uri="http://schemas.openxmlformats.org/drawingml/2006/table">
            <a:tbl>
              <a:tblPr firstRow="0" bandRow="0">
                <a:tableStyleId>{5C22544A-7EE6-4342-B048-85BDC9FD1C3A}</a:tableStyleId>
              </a:tblPr>
              <a:tblGrid>
                <a:gridCol w="3657600"/>
                <a:gridCol w="7315200"/>
              </a:tblGrid>
              <a:tr h="548640">
                <a:tc>
                  <a:txBody>
                    <a:bodyPr wrap="square"/>
                    <a:lstStyle/>
                    <a:p>
                      <a:pPr algn="l">
                        <a:spcAft>
                          <a:spcPts val="0"/>
                        </a:spcAft>
                      </a:pPr>
                      <a:r>
                        <a:rPr sz="1700" b="1" i="0">
                          <a:solidFill>
                            <a:srgbClr val="FFFFFF"/>
                          </a:solidFill>
                        </a:rPr>
                        <a:t>Modul</a:t>
                      </a:r>
                    </a:p>
                  </a:txBody>
                  <a:tcPr marL="91440" marR="91440" anchor="ctr">
                    <a:solidFill>
                      <a:srgbClr val="00008C"/>
                    </a:solidFill>
                  </a:tcPr>
                </a:tc>
                <a:tc>
                  <a:txBody>
                    <a:bodyPr wrap="square"/>
                    <a:lstStyle/>
                    <a:p>
                      <a:pPr algn="l">
                        <a:spcAft>
                          <a:spcPts val="0"/>
                        </a:spcAft>
                      </a:pPr>
                      <a:r>
                        <a:rPr sz="1700" b="1" i="0">
                          <a:solidFill>
                            <a:srgbClr val="FFFFFF"/>
                          </a:solidFill>
                        </a:rPr>
                        <a:t>Verbindung zu PP</a:t>
                      </a:r>
                    </a:p>
                  </a:txBody>
                  <a:tcPr marL="91440" marR="91440" anchor="ctr">
                    <a:solidFill>
                      <a:srgbClr val="00008C"/>
                    </a:solidFill>
                  </a:tcPr>
                </a:tc>
              </a:tr>
              <a:tr h="548640">
                <a:tc>
                  <a:txBody>
                    <a:bodyPr wrap="square"/>
                    <a:lstStyle/>
                    <a:p>
                      <a:pPr algn="l">
                        <a:spcAft>
                          <a:spcPts val="0"/>
                        </a:spcAft>
                      </a:pPr>
                      <a:r>
                        <a:rPr sz="1700" b="1" i="0">
                          <a:solidFill>
                            <a:srgbClr val="1E1E28"/>
                          </a:solidFill>
                        </a:rPr>
                        <a:t>SD – Vertrieb</a:t>
                      </a:r>
                    </a:p>
                  </a:txBody>
                  <a:tcPr marL="91440" marR="91440" anchor="ctr">
                    <a:solidFill>
                      <a:srgbClr val="FFFFFF"/>
                    </a:solidFill>
                  </a:tcPr>
                </a:tc>
                <a:tc>
                  <a:txBody>
                    <a:bodyPr wrap="square"/>
                    <a:lstStyle/>
                    <a:p>
                      <a:pPr algn="l">
                        <a:spcAft>
                          <a:spcPts val="0"/>
                        </a:spcAft>
                      </a:pPr>
                      <a:r>
                        <a:rPr sz="1700" b="0" i="0">
                          <a:solidFill>
                            <a:srgbClr val="1E1E28"/>
                          </a:solidFill>
                        </a:rPr>
                        <a:t>liefert die Kundenbedarfe</a:t>
                      </a:r>
                    </a:p>
                  </a:txBody>
                  <a:tcPr marL="91440" marR="91440" anchor="ctr">
                    <a:solidFill>
                      <a:srgbClr val="FFFFFF"/>
                    </a:solidFill>
                  </a:tcPr>
                </a:tc>
              </a:tr>
              <a:tr h="548640">
                <a:tc>
                  <a:txBody>
                    <a:bodyPr wrap="square"/>
                    <a:lstStyle/>
                    <a:p>
                      <a:pPr algn="l">
                        <a:spcAft>
                          <a:spcPts val="0"/>
                        </a:spcAft>
                      </a:pPr>
                      <a:r>
                        <a:rPr sz="1700" b="1" i="0">
                          <a:solidFill>
                            <a:srgbClr val="1E1E28"/>
                          </a:solidFill>
                        </a:rPr>
                        <a:t>MM – Materialwirtschaft</a:t>
                      </a:r>
                    </a:p>
                  </a:txBody>
                  <a:tcPr marL="91440" marR="91440" anchor="ctr">
                    <a:solidFill>
                      <a:srgbClr val="E8E8F5"/>
                    </a:solidFill>
                  </a:tcPr>
                </a:tc>
                <a:tc>
                  <a:txBody>
                    <a:bodyPr wrap="square"/>
                    <a:lstStyle/>
                    <a:p>
                      <a:pPr algn="l">
                        <a:spcAft>
                          <a:spcPts val="0"/>
                        </a:spcAft>
                      </a:pPr>
                      <a:r>
                        <a:rPr sz="1700" b="0" i="0">
                          <a:solidFill>
                            <a:srgbClr val="1E1E28"/>
                          </a:solidFill>
                        </a:rPr>
                        <a:t>bekommt Bestellanforderungen, führt die Bestände</a:t>
                      </a:r>
                    </a:p>
                  </a:txBody>
                  <a:tcPr marL="91440" marR="91440" anchor="ctr">
                    <a:solidFill>
                      <a:srgbClr val="E8E8F5"/>
                    </a:solidFill>
                  </a:tcPr>
                </a:tc>
              </a:tr>
              <a:tr h="548640">
                <a:tc>
                  <a:txBody>
                    <a:bodyPr wrap="square"/>
                    <a:lstStyle/>
                    <a:p>
                      <a:pPr algn="l">
                        <a:spcAft>
                          <a:spcPts val="0"/>
                        </a:spcAft>
                      </a:pPr>
                      <a:r>
                        <a:rPr sz="1700" b="1" i="0">
                          <a:solidFill>
                            <a:srgbClr val="1E1E28"/>
                          </a:solidFill>
                        </a:rPr>
                        <a:t>WM – Lager</a:t>
                      </a:r>
                    </a:p>
                  </a:txBody>
                  <a:tcPr marL="91440" marR="91440" anchor="ctr">
                    <a:solidFill>
                      <a:srgbClr val="FFFFFF"/>
                    </a:solidFill>
                  </a:tcPr>
                </a:tc>
                <a:tc>
                  <a:txBody>
                    <a:bodyPr wrap="square"/>
                    <a:lstStyle/>
                    <a:p>
                      <a:pPr algn="l">
                        <a:spcAft>
                          <a:spcPts val="0"/>
                        </a:spcAft>
                      </a:pPr>
                      <a:r>
                        <a:rPr sz="1700" b="0" i="0">
                          <a:solidFill>
                            <a:srgbClr val="1E1E28"/>
                          </a:solidFill>
                        </a:rPr>
                        <a:t>stellt Teile bereit, lagert fertige Produkte ein</a:t>
                      </a:r>
                    </a:p>
                  </a:txBody>
                  <a:tcPr marL="91440" marR="91440" anchor="ctr">
                    <a:solidFill>
                      <a:srgbClr val="FFFFFF"/>
                    </a:solidFill>
                  </a:tcPr>
                </a:tc>
              </a:tr>
              <a:tr h="548640">
                <a:tc>
                  <a:txBody>
                    <a:bodyPr wrap="square"/>
                    <a:lstStyle/>
                    <a:p>
                      <a:pPr algn="l">
                        <a:spcAft>
                          <a:spcPts val="0"/>
                        </a:spcAft>
                      </a:pPr>
                      <a:r>
                        <a:rPr sz="1700" b="1" i="0">
                          <a:solidFill>
                            <a:srgbClr val="1E1E28"/>
                          </a:solidFill>
                        </a:rPr>
                        <a:t>QM – Qualität</a:t>
                      </a:r>
                    </a:p>
                  </a:txBody>
                  <a:tcPr marL="91440" marR="91440" anchor="ctr">
                    <a:solidFill>
                      <a:srgbClr val="E8E8F5"/>
                    </a:solidFill>
                  </a:tcPr>
                </a:tc>
                <a:tc>
                  <a:txBody>
                    <a:bodyPr wrap="square"/>
                    <a:lstStyle/>
                    <a:p>
                      <a:pPr algn="l">
                        <a:spcAft>
                          <a:spcPts val="0"/>
                        </a:spcAft>
                      </a:pPr>
                      <a:r>
                        <a:rPr sz="1700" b="0" i="0">
                          <a:solidFill>
                            <a:srgbClr val="1E1E28"/>
                          </a:solidFill>
                        </a:rPr>
                        <a:t>prüft die fertigen Produkte</a:t>
                      </a:r>
                    </a:p>
                  </a:txBody>
                  <a:tcPr marL="91440" marR="91440" anchor="ctr">
                    <a:solidFill>
                      <a:srgbClr val="E8E8F5"/>
                    </a:solidFill>
                  </a:tcPr>
                </a:tc>
              </a:tr>
              <a:tr h="548640">
                <a:tc>
                  <a:txBody>
                    <a:bodyPr wrap="square"/>
                    <a:lstStyle/>
                    <a:p>
                      <a:pPr algn="l">
                        <a:spcAft>
                          <a:spcPts val="0"/>
                        </a:spcAft>
                      </a:pPr>
                      <a:r>
                        <a:rPr sz="1700" b="1" i="0">
                          <a:solidFill>
                            <a:srgbClr val="1E1E28"/>
                          </a:solidFill>
                        </a:rPr>
                        <a:t>PM – Instandhaltung</a:t>
                      </a:r>
                    </a:p>
                  </a:txBody>
                  <a:tcPr marL="91440" marR="91440" anchor="ctr">
                    <a:solidFill>
                      <a:srgbClr val="FFFFFF"/>
                    </a:solidFill>
                  </a:tcPr>
                </a:tc>
                <a:tc>
                  <a:txBody>
                    <a:bodyPr wrap="square"/>
                    <a:lstStyle/>
                    <a:p>
                      <a:pPr algn="l">
                        <a:spcAft>
                          <a:spcPts val="0"/>
                        </a:spcAft>
                      </a:pPr>
                      <a:r>
                        <a:rPr sz="1700" b="0" i="0">
                          <a:solidFill>
                            <a:srgbClr val="1E1E28"/>
                          </a:solidFill>
                        </a:rPr>
                        <a:t>sorgt dafür, dass die Maschinen laufen</a:t>
                      </a:r>
                    </a:p>
                  </a:txBody>
                  <a:tcPr marL="91440" marR="91440" anchor="ctr">
                    <a:solidFill>
                      <a:srgbClr val="FFFFFF"/>
                    </a:solidFill>
                  </a:tcPr>
                </a:tc>
              </a:tr>
              <a:tr h="548640">
                <a:tc>
                  <a:txBody>
                    <a:bodyPr wrap="square"/>
                    <a:lstStyle/>
                    <a:p>
                      <a:pPr algn="l">
                        <a:spcAft>
                          <a:spcPts val="0"/>
                        </a:spcAft>
                      </a:pPr>
                      <a:r>
                        <a:rPr sz="1700" b="1" i="0">
                          <a:solidFill>
                            <a:srgbClr val="1E1E28"/>
                          </a:solidFill>
                        </a:rPr>
                        <a:t>FI / CO – Rechnungswesen</a:t>
                      </a:r>
                    </a:p>
                  </a:txBody>
                  <a:tcPr marL="91440" marR="91440" anchor="ctr">
                    <a:solidFill>
                      <a:srgbClr val="E8E8F5"/>
                    </a:solidFill>
                  </a:tcPr>
                </a:tc>
                <a:tc>
                  <a:txBody>
                    <a:bodyPr wrap="square"/>
                    <a:lstStyle/>
                    <a:p>
                      <a:pPr algn="l">
                        <a:spcAft>
                          <a:spcPts val="0"/>
                        </a:spcAft>
                      </a:pPr>
                      <a:r>
                        <a:rPr sz="1700" b="0" i="0">
                          <a:solidFill>
                            <a:srgbClr val="1E1E28"/>
                          </a:solidFill>
                        </a:rPr>
                        <a:t>bewertet Bestände, rechnet die Kosten der Aufträge ab</a:t>
                      </a:r>
                    </a:p>
                  </a:txBody>
                  <a:tcPr marL="91440" marR="91440" anchor="ctr">
                    <a:solidFill>
                      <a:srgbClr val="E8E8F5"/>
                    </a:solidFill>
                  </a:tcPr>
                </a:tc>
              </a:tr>
            </a:tbl>
          </a:graphicData>
        </a:graphic>
      </p:graphicFrame>
      <p:sp>
        <p:nvSpPr>
          <p:cNvPr id="4" name="TextBox 3"/>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 in Anlehnung an Kappauf et al. (2017), Abb. 4.3 und Kap. 7.2.1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Planungsstufen in SAP</a:t>
            </a:r>
          </a:p>
        </p:txBody>
      </p:sp>
      <p:sp>
        <p:nvSpPr>
          <p:cNvPr id="3" name="Rectangle 2"/>
          <p:cNvSpPr/>
          <p:nvPr/>
        </p:nvSpPr>
        <p:spPr>
          <a:xfrm>
            <a:off x="612648" y="1554480"/>
            <a:ext cx="5029200" cy="594360"/>
          </a:xfrm>
          <a:prstGeom prst="rect">
            <a:avLst/>
          </a:prstGeom>
          <a:solidFill>
            <a:srgbClr val="00008C"/>
          </a:solidFill>
          <a:ln>
            <a:noFill/>
          </a:ln>
        </p:spPr>
        <p:txBody>
          <a:bodyPr rtlCol="0" anchor="ctr" tIns="54864" bIns="54864" wrap="square"/>
          <a:lstStyle/>
          <a:p>
            <a:pPr algn="ctr">
              <a:spcAft>
                <a:spcPts val="400"/>
              </a:spcAft>
            </a:pPr>
            <a:r>
              <a:rPr sz="1600" b="0" i="0">
                <a:solidFill>
                  <a:srgbClr val="FFFFFF"/>
                </a:solidFill>
              </a:rPr>
              <a:t>Absatz- und Produktionsgrobplanung</a:t>
            </a:r>
          </a:p>
        </p:txBody>
      </p:sp>
      <p:cxnSp>
        <p:nvCxnSpPr>
          <p:cNvPr id="4" name="Connector 3"/>
          <p:cNvCxnSpPr/>
          <p:nvPr/>
        </p:nvCxnSpPr>
        <p:spPr>
          <a:xfrm>
            <a:off x="3127248" y="2148840"/>
            <a:ext cx="0" cy="228600"/>
          </a:xfrm>
          <a:prstGeom prst="line">
            <a:avLst/>
          </a:prstGeom>
          <a:ln w="19050">
            <a:solidFill>
              <a:srgbClr val="5A5A6E"/>
            </a:solidFill>
            <a:tailEnd type="triangle" w="med" len="med"/>
          </a:ln>
        </p:spPr>
      </p:cxnSp>
      <p:sp>
        <p:nvSpPr>
          <p:cNvPr id="5" name="Rectangle 4"/>
          <p:cNvSpPr/>
          <p:nvPr/>
        </p:nvSpPr>
        <p:spPr>
          <a:xfrm>
            <a:off x="612648" y="2377440"/>
            <a:ext cx="5029200" cy="594360"/>
          </a:xfrm>
          <a:prstGeom prst="rect">
            <a:avLst/>
          </a:prstGeom>
          <a:solidFill>
            <a:srgbClr val="00008C"/>
          </a:solidFill>
          <a:ln>
            <a:noFill/>
          </a:ln>
        </p:spPr>
        <p:txBody>
          <a:bodyPr rtlCol="0" anchor="ctr" tIns="54864" bIns="54864" wrap="square"/>
          <a:lstStyle/>
          <a:p>
            <a:pPr algn="ctr">
              <a:spcAft>
                <a:spcPts val="400"/>
              </a:spcAft>
            </a:pPr>
            <a:r>
              <a:rPr sz="1600" b="0" i="0">
                <a:solidFill>
                  <a:srgbClr val="FFFFFF"/>
                </a:solidFill>
              </a:rPr>
              <a:t>Programmplanung</a:t>
            </a:r>
          </a:p>
        </p:txBody>
      </p:sp>
      <p:cxnSp>
        <p:nvCxnSpPr>
          <p:cNvPr id="6" name="Connector 5"/>
          <p:cNvCxnSpPr/>
          <p:nvPr/>
        </p:nvCxnSpPr>
        <p:spPr>
          <a:xfrm>
            <a:off x="3127248" y="2971800"/>
            <a:ext cx="0" cy="228600"/>
          </a:xfrm>
          <a:prstGeom prst="line">
            <a:avLst/>
          </a:prstGeom>
          <a:ln w="19050">
            <a:solidFill>
              <a:srgbClr val="5A5A6E"/>
            </a:solidFill>
            <a:tailEnd type="triangle" w="med" len="med"/>
          </a:ln>
        </p:spPr>
      </p:cxnSp>
      <p:sp>
        <p:nvSpPr>
          <p:cNvPr id="7" name="Rectangle 6"/>
          <p:cNvSpPr/>
          <p:nvPr/>
        </p:nvSpPr>
        <p:spPr>
          <a:xfrm>
            <a:off x="612648" y="3200400"/>
            <a:ext cx="5029200" cy="594360"/>
          </a:xfrm>
          <a:prstGeom prst="rect">
            <a:avLst/>
          </a:prstGeom>
          <a:solidFill>
            <a:srgbClr val="00008C"/>
          </a:solidFill>
          <a:ln>
            <a:noFill/>
          </a:ln>
        </p:spPr>
        <p:txBody>
          <a:bodyPr rtlCol="0" anchor="ctr" tIns="54864" bIns="54864" wrap="square"/>
          <a:lstStyle/>
          <a:p>
            <a:pPr algn="ctr">
              <a:spcAft>
                <a:spcPts val="400"/>
              </a:spcAft>
            </a:pPr>
            <a:r>
              <a:rPr sz="1600" b="0" i="0">
                <a:solidFill>
                  <a:srgbClr val="FFFFFF"/>
                </a:solidFill>
              </a:rPr>
              <a:t>Materialbedarfsplanung (MRP)</a:t>
            </a:r>
          </a:p>
        </p:txBody>
      </p:sp>
      <p:cxnSp>
        <p:nvCxnSpPr>
          <p:cNvPr id="8" name="Connector 7"/>
          <p:cNvCxnSpPr/>
          <p:nvPr/>
        </p:nvCxnSpPr>
        <p:spPr>
          <a:xfrm>
            <a:off x="3127248" y="3794760"/>
            <a:ext cx="0" cy="228600"/>
          </a:xfrm>
          <a:prstGeom prst="line">
            <a:avLst/>
          </a:prstGeom>
          <a:ln w="19050">
            <a:solidFill>
              <a:srgbClr val="5A5A6E"/>
            </a:solidFill>
            <a:tailEnd type="triangle" w="med" len="med"/>
          </a:ln>
        </p:spPr>
      </p:cxnSp>
      <p:sp>
        <p:nvSpPr>
          <p:cNvPr id="9" name="Rectangle 8"/>
          <p:cNvSpPr/>
          <p:nvPr/>
        </p:nvSpPr>
        <p:spPr>
          <a:xfrm>
            <a:off x="612648" y="4023360"/>
            <a:ext cx="5029200" cy="594360"/>
          </a:xfrm>
          <a:prstGeom prst="rect">
            <a:avLst/>
          </a:prstGeom>
          <a:solidFill>
            <a:srgbClr val="00008C"/>
          </a:solidFill>
          <a:ln>
            <a:noFill/>
          </a:ln>
        </p:spPr>
        <p:txBody>
          <a:bodyPr rtlCol="0" anchor="ctr" tIns="54864" bIns="54864" wrap="square"/>
          <a:lstStyle/>
          <a:p>
            <a:pPr algn="ctr">
              <a:spcAft>
                <a:spcPts val="400"/>
              </a:spcAft>
            </a:pPr>
            <a:r>
              <a:rPr sz="1600" b="0" i="0">
                <a:solidFill>
                  <a:srgbClr val="FFFFFF"/>
                </a:solidFill>
              </a:rPr>
              <a:t>Kapazitätsplanung</a:t>
            </a:r>
          </a:p>
        </p:txBody>
      </p:sp>
      <p:cxnSp>
        <p:nvCxnSpPr>
          <p:cNvPr id="10" name="Connector 9"/>
          <p:cNvCxnSpPr/>
          <p:nvPr/>
        </p:nvCxnSpPr>
        <p:spPr>
          <a:xfrm>
            <a:off x="3127248" y="4617720"/>
            <a:ext cx="0" cy="228600"/>
          </a:xfrm>
          <a:prstGeom prst="line">
            <a:avLst/>
          </a:prstGeom>
          <a:ln w="19050">
            <a:solidFill>
              <a:srgbClr val="5A5A6E"/>
            </a:solidFill>
            <a:tailEnd type="triangle" w="med" len="med"/>
          </a:ln>
        </p:spPr>
      </p:cxnSp>
      <p:sp>
        <p:nvSpPr>
          <p:cNvPr id="11" name="Rectangle 10"/>
          <p:cNvSpPr/>
          <p:nvPr/>
        </p:nvSpPr>
        <p:spPr>
          <a:xfrm>
            <a:off x="612648" y="4846320"/>
            <a:ext cx="5029200" cy="594360"/>
          </a:xfrm>
          <a:prstGeom prst="rect">
            <a:avLst/>
          </a:prstGeom>
          <a:solidFill>
            <a:srgbClr val="0A777F"/>
          </a:solidFill>
          <a:ln>
            <a:noFill/>
          </a:ln>
        </p:spPr>
        <p:txBody>
          <a:bodyPr rtlCol="0" anchor="ctr" tIns="54864" bIns="54864" wrap="square"/>
          <a:lstStyle/>
          <a:p>
            <a:pPr algn="ctr">
              <a:spcAft>
                <a:spcPts val="400"/>
              </a:spcAft>
            </a:pPr>
            <a:r>
              <a:rPr sz="1600" b="0" i="0">
                <a:solidFill>
                  <a:srgbClr val="FFFFFF"/>
                </a:solidFill>
              </a:rPr>
              <a:t>Fertigungssteuerung</a:t>
            </a:r>
          </a:p>
        </p:txBody>
      </p:sp>
      <p:sp>
        <p:nvSpPr>
          <p:cNvPr id="12" name="TextBox 11"/>
          <p:cNvSpPr txBox="1"/>
          <p:nvPr/>
        </p:nvSpPr>
        <p:spPr>
          <a:xfrm>
            <a:off x="6217920" y="1600200"/>
            <a:ext cx="5394960" cy="4023360"/>
          </a:xfrm>
          <a:prstGeom prst="rect">
            <a:avLst/>
          </a:prstGeom>
          <a:noFill/>
        </p:spPr>
        <p:txBody>
          <a:bodyPr wrap="square" lIns="0" rIns="0" tIns="0" bIns="0" anchor="t"/>
          <a:lstStyle/>
          <a:p>
            <a:pPr algn="l">
              <a:spcAft>
                <a:spcPts val="800"/>
              </a:spcAft>
            </a:pPr>
            <a:r>
              <a:rPr sz="1700" b="1" i="0">
                <a:solidFill>
                  <a:srgbClr val="00008C"/>
                </a:solidFill>
              </a:rPr>
              <a:t>Von grob nach fein:</a:t>
            </a:r>
          </a:p>
          <a:p>
            <a:pPr algn="l" marL="219456" indent="-219456">
              <a:spcAft>
                <a:spcPts val="800"/>
              </a:spcAft>
              <a:buFont typeface="Arial"/>
              <a:buChar char="•"/>
            </a:pPr>
            <a:r>
              <a:rPr sz="1700" b="0" i="0">
                <a:solidFill>
                  <a:srgbClr val="1E1E28"/>
                </a:solidFill>
              </a:rPr>
              <a:t>Zuerst wird für die nächsten Monate grob geplant.</a:t>
            </a:r>
          </a:p>
          <a:p>
            <a:pPr algn="l" marL="219456" indent="-219456">
              <a:spcAft>
                <a:spcPts val="800"/>
              </a:spcAft>
              <a:buFont typeface="Arial"/>
              <a:buChar char="•"/>
            </a:pPr>
            <a:r>
              <a:rPr sz="1700" b="0" i="0">
                <a:solidFill>
                  <a:srgbClr val="1E1E28"/>
                </a:solidFill>
              </a:rPr>
              <a:t>Dann wird festgelegt, wie viele Endprodukte wann gebraucht werden.</a:t>
            </a:r>
          </a:p>
          <a:p>
            <a:pPr algn="l" marL="219456" indent="-219456">
              <a:spcAft>
                <a:spcPts val="800"/>
              </a:spcAft>
              <a:buFont typeface="Arial"/>
              <a:buChar char="•"/>
            </a:pPr>
            <a:r>
              <a:rPr sz="1700" b="0" i="0">
                <a:solidFill>
                  <a:srgbClr val="1E1E28"/>
                </a:solidFill>
              </a:rPr>
              <a:t>MRP rechnet daraus den Bedarf an Teilen aus.</a:t>
            </a:r>
          </a:p>
          <a:p>
            <a:pPr algn="l" marL="219456" indent="-219456">
              <a:spcAft>
                <a:spcPts val="800"/>
              </a:spcAft>
              <a:buFont typeface="Arial"/>
              <a:buChar char="•"/>
            </a:pPr>
            <a:r>
              <a:rPr sz="1700" b="0" i="0">
                <a:solidFill>
                  <a:srgbClr val="1E1E28"/>
                </a:solidFill>
              </a:rPr>
              <a:t>Danach wird geprüft, ob die Kapazität reicht.</a:t>
            </a:r>
          </a:p>
          <a:p>
            <a:pPr algn="l" marL="219456" indent="-219456">
              <a:spcAft>
                <a:spcPts val="800"/>
              </a:spcAft>
              <a:buFont typeface="Arial"/>
              <a:buChar char="•"/>
            </a:pPr>
            <a:r>
              <a:rPr sz="1700" b="0" i="0">
                <a:solidFill>
                  <a:srgbClr val="1E1E28"/>
                </a:solidFill>
              </a:rPr>
              <a:t>Am Ende wird in der Fertigung produziert.</a:t>
            </a:r>
          </a:p>
        </p:txBody>
      </p:sp>
      <p:sp>
        <p:nvSpPr>
          <p:cNvPr id="13" name="TextBox 12"/>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 Kappauf et al. (2017), Kap. 4.2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Organisationsstruktur</a:t>
            </a:r>
          </a:p>
        </p:txBody>
      </p:sp>
      <p:sp>
        <p:nvSpPr>
          <p:cNvPr id="3" name="Text Placeholder 2"/>
          <p:cNvSpPr>
            <a:spLocks noGrp="1"/>
          </p:cNvSpPr>
          <p:nvPr>
            <p:ph type="body" idx="10" sz="quarter"/>
          </p:nvPr>
        </p:nvSpPr>
        <p:spPr/>
        <p:txBody>
          <a:bodyPr/>
          <a:lstStyle/>
          <a:p>
            <a:r>
              <a:t>Wie ist das Unternehmen im System abgebildet?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Organisationsstruktur in PP</a:t>
            </a:r>
          </a:p>
        </p:txBody>
      </p:sp>
      <p:sp>
        <p:nvSpPr>
          <p:cNvPr id="3" name="Rectangle 2"/>
          <p:cNvSpPr/>
          <p:nvPr/>
        </p:nvSpPr>
        <p:spPr>
          <a:xfrm>
            <a:off x="612648" y="1600200"/>
            <a:ext cx="2926080" cy="640080"/>
          </a:xfrm>
          <a:prstGeom prst="rect">
            <a:avLst/>
          </a:prstGeom>
          <a:solidFill>
            <a:srgbClr val="E8E8F5"/>
          </a:solidFill>
          <a:ln>
            <a:noFill/>
          </a:ln>
        </p:spPr>
        <p:txBody>
          <a:bodyPr rtlCol="0" anchor="ctr" tIns="54864" bIns="54864" wrap="square"/>
          <a:lstStyle/>
          <a:p>
            <a:pPr algn="ctr">
              <a:spcAft>
                <a:spcPts val="400"/>
              </a:spcAft>
            </a:pPr>
            <a:r>
              <a:rPr sz="1600" b="0" i="0">
                <a:solidFill>
                  <a:srgbClr val="1E1E28"/>
                </a:solidFill>
              </a:rPr>
              <a:t>Mandant</a:t>
            </a:r>
          </a:p>
        </p:txBody>
      </p:sp>
      <p:cxnSp>
        <p:nvCxnSpPr>
          <p:cNvPr id="4" name="Connector 3"/>
          <p:cNvCxnSpPr/>
          <p:nvPr/>
        </p:nvCxnSpPr>
        <p:spPr>
          <a:xfrm>
            <a:off x="2075688" y="2240280"/>
            <a:ext cx="0" cy="320040"/>
          </a:xfrm>
          <a:prstGeom prst="line">
            <a:avLst/>
          </a:prstGeom>
          <a:ln w="19050">
            <a:solidFill>
              <a:srgbClr val="5A5A6E"/>
            </a:solidFill>
            <a:tailEnd type="triangle" w="med" len="med"/>
          </a:ln>
        </p:spPr>
      </p:cxnSp>
      <p:sp>
        <p:nvSpPr>
          <p:cNvPr id="5" name="Rectangle 4"/>
          <p:cNvSpPr/>
          <p:nvPr/>
        </p:nvSpPr>
        <p:spPr>
          <a:xfrm>
            <a:off x="612648" y="2560320"/>
            <a:ext cx="2926080" cy="640080"/>
          </a:xfrm>
          <a:prstGeom prst="rect">
            <a:avLst/>
          </a:prstGeom>
          <a:solidFill>
            <a:srgbClr val="E8E8F5"/>
          </a:solidFill>
          <a:ln>
            <a:noFill/>
          </a:ln>
        </p:spPr>
        <p:txBody>
          <a:bodyPr rtlCol="0" anchor="ctr" tIns="54864" bIns="54864" wrap="square"/>
          <a:lstStyle/>
          <a:p>
            <a:pPr algn="ctr">
              <a:spcAft>
                <a:spcPts val="400"/>
              </a:spcAft>
            </a:pPr>
            <a:r>
              <a:rPr sz="1600" b="0" i="0">
                <a:solidFill>
                  <a:srgbClr val="1E1E28"/>
                </a:solidFill>
              </a:rPr>
              <a:t>Buchungskreis</a:t>
            </a:r>
          </a:p>
        </p:txBody>
      </p:sp>
      <p:cxnSp>
        <p:nvCxnSpPr>
          <p:cNvPr id="6" name="Connector 5"/>
          <p:cNvCxnSpPr/>
          <p:nvPr/>
        </p:nvCxnSpPr>
        <p:spPr>
          <a:xfrm>
            <a:off x="2075688" y="3200400"/>
            <a:ext cx="0" cy="320040"/>
          </a:xfrm>
          <a:prstGeom prst="line">
            <a:avLst/>
          </a:prstGeom>
          <a:ln w="19050">
            <a:solidFill>
              <a:srgbClr val="5A5A6E"/>
            </a:solidFill>
            <a:tailEnd type="triangle" w="med" len="med"/>
          </a:ln>
        </p:spPr>
      </p:cxnSp>
      <p:sp>
        <p:nvSpPr>
          <p:cNvPr id="7" name="Rectangle 6"/>
          <p:cNvSpPr/>
          <p:nvPr/>
        </p:nvSpPr>
        <p:spPr>
          <a:xfrm>
            <a:off x="612648" y="3520439"/>
            <a:ext cx="2926080" cy="640080"/>
          </a:xfrm>
          <a:prstGeom prst="rect">
            <a:avLst/>
          </a:prstGeom>
          <a:solidFill>
            <a:srgbClr val="00008C"/>
          </a:solidFill>
          <a:ln>
            <a:noFill/>
          </a:ln>
        </p:spPr>
        <p:txBody>
          <a:bodyPr rtlCol="0" anchor="ctr" tIns="54864" bIns="54864" wrap="square"/>
          <a:lstStyle/>
          <a:p>
            <a:pPr algn="ctr">
              <a:spcAft>
                <a:spcPts val="400"/>
              </a:spcAft>
            </a:pPr>
            <a:r>
              <a:rPr sz="1600" b="0" i="0">
                <a:solidFill>
                  <a:srgbClr val="FFFFFF"/>
                </a:solidFill>
              </a:rPr>
              <a:t>Werk</a:t>
            </a:r>
          </a:p>
        </p:txBody>
      </p:sp>
      <p:cxnSp>
        <p:nvCxnSpPr>
          <p:cNvPr id="8" name="Connector 7"/>
          <p:cNvCxnSpPr/>
          <p:nvPr/>
        </p:nvCxnSpPr>
        <p:spPr>
          <a:xfrm>
            <a:off x="2075688" y="4160520"/>
            <a:ext cx="0" cy="320039"/>
          </a:xfrm>
          <a:prstGeom prst="line">
            <a:avLst/>
          </a:prstGeom>
          <a:ln w="19050">
            <a:solidFill>
              <a:srgbClr val="5A5A6E"/>
            </a:solidFill>
            <a:tailEnd type="triangle" w="med" len="med"/>
          </a:ln>
        </p:spPr>
      </p:cxnSp>
      <p:sp>
        <p:nvSpPr>
          <p:cNvPr id="9" name="Rectangle 8"/>
          <p:cNvSpPr/>
          <p:nvPr/>
        </p:nvSpPr>
        <p:spPr>
          <a:xfrm>
            <a:off x="612648" y="4480559"/>
            <a:ext cx="2926080" cy="640080"/>
          </a:xfrm>
          <a:prstGeom prst="rect">
            <a:avLst/>
          </a:prstGeom>
          <a:solidFill>
            <a:srgbClr val="E8E8F5"/>
          </a:solidFill>
          <a:ln>
            <a:noFill/>
          </a:ln>
        </p:spPr>
        <p:txBody>
          <a:bodyPr rtlCol="0" anchor="ctr" tIns="54864" bIns="54864" wrap="square"/>
          <a:lstStyle/>
          <a:p>
            <a:pPr algn="ctr">
              <a:spcAft>
                <a:spcPts val="400"/>
              </a:spcAft>
            </a:pPr>
            <a:r>
              <a:rPr sz="1600" b="0" i="0">
                <a:solidFill>
                  <a:srgbClr val="1E1E28"/>
                </a:solidFill>
              </a:rPr>
              <a:t>Lagerort</a:t>
            </a:r>
          </a:p>
        </p:txBody>
      </p:sp>
      <p:sp>
        <p:nvSpPr>
          <p:cNvPr id="10" name="TextBox 9"/>
          <p:cNvSpPr txBox="1"/>
          <p:nvPr/>
        </p:nvSpPr>
        <p:spPr>
          <a:xfrm>
            <a:off x="4114800" y="1600200"/>
            <a:ext cx="7470648" cy="4023360"/>
          </a:xfrm>
          <a:prstGeom prst="rect">
            <a:avLst/>
          </a:prstGeom>
          <a:noFill/>
        </p:spPr>
        <p:txBody>
          <a:bodyPr wrap="square" lIns="0" rIns="0" tIns="0" bIns="0" anchor="t"/>
          <a:lstStyle/>
          <a:p>
            <a:pPr algn="l">
              <a:spcAft>
                <a:spcPts val="800"/>
              </a:spcAft>
            </a:pPr>
            <a:r>
              <a:rPr sz="1700" b="1" i="0">
                <a:solidFill>
                  <a:srgbClr val="00008C"/>
                </a:solidFill>
              </a:rPr>
              <a:t>Das Werk ist für PP am wichtigsten.</a:t>
            </a:r>
          </a:p>
          <a:p>
            <a:pPr algn="l" marL="219456" indent="-219456">
              <a:spcAft>
                <a:spcPts val="800"/>
              </a:spcAft>
              <a:buFont typeface="Arial"/>
              <a:buChar char="•"/>
            </a:pPr>
            <a:r>
              <a:rPr sz="1700" b="0" i="0">
                <a:solidFill>
                  <a:srgbClr val="1E1E28"/>
                </a:solidFill>
              </a:rPr>
              <a:t>Die Bedarfsplanung läuft normalerweise pro Werk.</a:t>
            </a:r>
          </a:p>
          <a:p>
            <a:pPr algn="l" marL="219456" indent="-219456">
              <a:spcAft>
                <a:spcPts val="800"/>
              </a:spcAft>
              <a:buFont typeface="Arial"/>
              <a:buChar char="•"/>
            </a:pPr>
            <a:r>
              <a:rPr sz="1700" b="0" i="0">
                <a:solidFill>
                  <a:srgbClr val="1E1E28"/>
                </a:solidFill>
              </a:rPr>
              <a:t>Möglich ist auch eine Planung pro Lagerort oder über mehrere Werke.</a:t>
            </a:r>
          </a:p>
          <a:p>
            <a:pPr algn="l" marL="219456" indent="-219456">
              <a:spcAft>
                <a:spcPts val="800"/>
              </a:spcAft>
              <a:buFont typeface="Arial"/>
              <a:buChar char="•"/>
            </a:pPr>
            <a:r>
              <a:rPr sz="1700" b="0" i="0">
                <a:solidFill>
                  <a:srgbClr val="1E1E28"/>
                </a:solidFill>
              </a:rPr>
              <a:t>Der Disponent prüft jeden Tag, ob das Material passt: Art, Menge, Ort und Termin.</a:t>
            </a:r>
          </a:p>
          <a:p>
            <a:pPr algn="l">
              <a:spcAft>
                <a:spcPts val="800"/>
              </a:spcAft>
            </a:pPr>
            <a:r>
              <a:rPr sz="1700" b="1" i="0">
                <a:solidFill>
                  <a:srgbClr val="00008C"/>
                </a:solidFill>
              </a:rPr>
              <a:t>Beispiel Global Bike:</a:t>
            </a:r>
          </a:p>
          <a:p>
            <a:pPr algn="l" marL="219456" indent="-219456">
              <a:spcAft>
                <a:spcPts val="800"/>
              </a:spcAft>
              <a:buFont typeface="Arial"/>
              <a:buChar char="•"/>
            </a:pPr>
            <a:r>
              <a:rPr sz="1700" b="0" i="0">
                <a:solidFill>
                  <a:srgbClr val="1E1E28"/>
                </a:solidFill>
              </a:rPr>
              <a:t>Buchungskreis US00 → Werk DL00 (Dallas) → Lagerort FG00 (Fertigerzeugnisse)</a:t>
            </a:r>
          </a:p>
        </p:txBody>
      </p:sp>
      <p:sp>
        <p:nvSpPr>
          <p:cNvPr id="11" name="TextBox 10"/>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Quellen: Dolch (2026), Folien 44, 49; Kappauf et al. (2017), Kap. 4.5; SAP UCC Magdeburg (2025)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Daten in PP</a:t>
            </a:r>
          </a:p>
        </p:txBody>
      </p:sp>
      <p:sp>
        <p:nvSpPr>
          <p:cNvPr id="3" name="Text Placeholder 2"/>
          <p:cNvSpPr>
            <a:spLocks noGrp="1"/>
          </p:cNvSpPr>
          <p:nvPr>
            <p:ph type="body" idx="10" sz="quarter"/>
          </p:nvPr>
        </p:nvSpPr>
        <p:spPr/>
        <p:txBody>
          <a:bodyPr/>
          <a:lstStyle/>
          <a:p>
            <a:r>
              <a:t>Stammdaten, Bewegungsdaten und Belege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Daten gibt es?</a:t>
            </a:r>
          </a:p>
        </p:txBody>
      </p:sp>
      <p:graphicFrame>
        <p:nvGraphicFramePr>
          <p:cNvPr id="3" name="Table 2"/>
          <p:cNvGraphicFramePr>
            <a:graphicFrameLocks noGrp="1"/>
          </p:cNvGraphicFramePr>
          <p:nvPr/>
        </p:nvGraphicFramePr>
        <p:xfrm>
          <a:off x="612648" y="1645920"/>
          <a:ext cx="10972800" cy="3200400"/>
        </p:xfrm>
        <a:graphic>
          <a:graphicData uri="http://schemas.openxmlformats.org/drawingml/2006/table">
            <a:tbl>
              <a:tblPr firstRow="0" bandRow="0">
                <a:tableStyleId>{5C22544A-7EE6-4342-B048-85BDC9FD1C3A}</a:tableStyleId>
              </a:tblPr>
              <a:tblGrid>
                <a:gridCol w="3657600"/>
                <a:gridCol w="3657600"/>
                <a:gridCol w="3657600"/>
              </a:tblGrid>
              <a:tr h="640080">
                <a:tc>
                  <a:txBody>
                    <a:bodyPr wrap="square"/>
                    <a:lstStyle/>
                    <a:p>
                      <a:pPr algn="l">
                        <a:spcAft>
                          <a:spcPts val="0"/>
                        </a:spcAft>
                      </a:pPr>
                      <a:r>
                        <a:rPr sz="1700" b="1" i="0">
                          <a:solidFill>
                            <a:srgbClr val="FFFFFF"/>
                          </a:solidFill>
                        </a:rPr>
                        <a:t>Steuerdaten</a:t>
                      </a:r>
                    </a:p>
                  </a:txBody>
                  <a:tcPr marL="91440" marR="91440" anchor="ctr">
                    <a:solidFill>
                      <a:srgbClr val="00008C"/>
                    </a:solidFill>
                  </a:tcPr>
                </a:tc>
                <a:tc>
                  <a:txBody>
                    <a:bodyPr wrap="square"/>
                    <a:lstStyle/>
                    <a:p>
                      <a:pPr algn="l">
                        <a:spcAft>
                          <a:spcPts val="0"/>
                        </a:spcAft>
                      </a:pPr>
                      <a:r>
                        <a:rPr sz="1700" b="1" i="0">
                          <a:solidFill>
                            <a:srgbClr val="FFFFFF"/>
                          </a:solidFill>
                        </a:rPr>
                        <a:t>Stammdaten</a:t>
                      </a:r>
                    </a:p>
                  </a:txBody>
                  <a:tcPr marL="91440" marR="91440" anchor="ctr">
                    <a:solidFill>
                      <a:srgbClr val="00008C"/>
                    </a:solidFill>
                  </a:tcPr>
                </a:tc>
                <a:tc>
                  <a:txBody>
                    <a:bodyPr wrap="square"/>
                    <a:lstStyle/>
                    <a:p>
                      <a:pPr algn="l">
                        <a:spcAft>
                          <a:spcPts val="0"/>
                        </a:spcAft>
                      </a:pPr>
                      <a:r>
                        <a:rPr sz="1700" b="1" i="0">
                          <a:solidFill>
                            <a:srgbClr val="FFFFFF"/>
                          </a:solidFill>
                        </a:rPr>
                        <a:t>Bewegungsdaten</a:t>
                      </a:r>
                    </a:p>
                  </a:txBody>
                  <a:tcPr marL="91440" marR="91440" anchor="ctr">
                    <a:solidFill>
                      <a:srgbClr val="00008C"/>
                    </a:solidFill>
                  </a:tcPr>
                </a:tc>
              </a:tr>
              <a:tr h="640080">
                <a:tc>
                  <a:txBody>
                    <a:bodyPr wrap="square"/>
                    <a:lstStyle/>
                    <a:p>
                      <a:pPr algn="l">
                        <a:spcAft>
                          <a:spcPts val="0"/>
                        </a:spcAft>
                      </a:pPr>
                      <a:r>
                        <a:rPr sz="1700" b="1" i="0">
                          <a:solidFill>
                            <a:srgbClr val="1E1E28"/>
                          </a:solidFill>
                        </a:rPr>
                        <a:t>Einstellungen im Customizing</a:t>
                      </a:r>
                    </a:p>
                  </a:txBody>
                  <a:tcPr marL="91440" marR="91440" anchor="ctr">
                    <a:solidFill>
                      <a:srgbClr val="FFFFFF"/>
                    </a:solidFill>
                  </a:tcPr>
                </a:tc>
                <a:tc>
                  <a:txBody>
                    <a:bodyPr wrap="square"/>
                    <a:lstStyle/>
                    <a:p>
                      <a:pPr algn="l">
                        <a:spcAft>
                          <a:spcPts val="0"/>
                        </a:spcAft>
                      </a:pPr>
                      <a:r>
                        <a:rPr sz="1700" b="0" i="0">
                          <a:solidFill>
                            <a:srgbClr val="1E1E28"/>
                          </a:solidFill>
                        </a:rPr>
                        <a:t>bleiben lange gleich</a:t>
                      </a:r>
                    </a:p>
                  </a:txBody>
                  <a:tcPr marL="91440" marR="91440" anchor="ctr">
                    <a:solidFill>
                      <a:srgbClr val="FFFFFF"/>
                    </a:solidFill>
                  </a:tcPr>
                </a:tc>
                <a:tc>
                  <a:txBody>
                    <a:bodyPr wrap="square"/>
                    <a:lstStyle/>
                    <a:p>
                      <a:pPr algn="l">
                        <a:spcAft>
                          <a:spcPts val="0"/>
                        </a:spcAft>
                      </a:pPr>
                      <a:r>
                        <a:rPr sz="1700" b="0" i="0">
                          <a:solidFill>
                            <a:srgbClr val="1E1E28"/>
                          </a:solidFill>
                        </a:rPr>
                        <a:t>entstehen bei jedem Vorgang neu</a:t>
                      </a:r>
                    </a:p>
                  </a:txBody>
                  <a:tcPr marL="91440" marR="91440" anchor="ctr">
                    <a:solidFill>
                      <a:srgbClr val="FFFFFF"/>
                    </a:solidFill>
                  </a:tcPr>
                </a:tc>
              </a:tr>
              <a:tr h="640080">
                <a:tc>
                  <a:txBody>
                    <a:bodyPr wrap="square"/>
                    <a:lstStyle/>
                    <a:p>
                      <a:pPr algn="l">
                        <a:spcAft>
                          <a:spcPts val="0"/>
                        </a:spcAft>
                      </a:pPr>
                      <a:r>
                        <a:rPr sz="1700" b="1" i="0">
                          <a:solidFill>
                            <a:srgbClr val="1E1E28"/>
                          </a:solidFill>
                        </a:rPr>
                        <a:t>z. B. Planungsstrategien</a:t>
                      </a:r>
                    </a:p>
                  </a:txBody>
                  <a:tcPr marL="91440" marR="91440" anchor="ctr">
                    <a:solidFill>
                      <a:srgbClr val="E8E8F5"/>
                    </a:solidFill>
                  </a:tcPr>
                </a:tc>
                <a:tc>
                  <a:txBody>
                    <a:bodyPr wrap="square"/>
                    <a:lstStyle/>
                    <a:p>
                      <a:pPr algn="l">
                        <a:spcAft>
                          <a:spcPts val="0"/>
                        </a:spcAft>
                      </a:pPr>
                      <a:r>
                        <a:rPr sz="1700" b="0" i="0">
                          <a:solidFill>
                            <a:srgbClr val="1E1E28"/>
                          </a:solidFill>
                        </a:rPr>
                        <a:t>Materialstamm</a:t>
                      </a:r>
                    </a:p>
                  </a:txBody>
                  <a:tcPr marL="91440" marR="91440" anchor="ctr">
                    <a:solidFill>
                      <a:srgbClr val="E8E8F5"/>
                    </a:solidFill>
                  </a:tcPr>
                </a:tc>
                <a:tc>
                  <a:txBody>
                    <a:bodyPr wrap="square"/>
                    <a:lstStyle/>
                    <a:p>
                      <a:pPr algn="l">
                        <a:spcAft>
                          <a:spcPts val="0"/>
                        </a:spcAft>
                      </a:pPr>
                      <a:r>
                        <a:rPr sz="1700" b="0" i="0">
                          <a:solidFill>
                            <a:srgbClr val="1E1E28"/>
                          </a:solidFill>
                        </a:rPr>
                        <a:t>Planauftrag</a:t>
                      </a:r>
                    </a:p>
                  </a:txBody>
                  <a:tcPr marL="91440" marR="91440" anchor="ctr">
                    <a:solidFill>
                      <a:srgbClr val="E8E8F5"/>
                    </a:solidFill>
                  </a:tcPr>
                </a:tc>
              </a:tr>
              <a:tr h="640080">
                <a:tc>
                  <a:txBody>
                    <a:bodyPr wrap="square"/>
                    <a:lstStyle/>
                    <a:p>
                      <a:pPr algn="l">
                        <a:spcAft>
                          <a:spcPts val="0"/>
                        </a:spcAft>
                      </a:pPr>
                      <a:r>
                        <a:rPr sz="1700" b="1" i="0">
                          <a:solidFill>
                            <a:srgbClr val="1E1E28"/>
                          </a:solidFill>
                        </a:rPr>
                        <a:t>z. B. Losgrößenverfahren</a:t>
                      </a:r>
                    </a:p>
                  </a:txBody>
                  <a:tcPr marL="91440" marR="91440" anchor="ctr">
                    <a:solidFill>
                      <a:srgbClr val="FFFFFF"/>
                    </a:solidFill>
                  </a:tcPr>
                </a:tc>
                <a:tc>
                  <a:txBody>
                    <a:bodyPr wrap="square"/>
                    <a:lstStyle/>
                    <a:p>
                      <a:pPr algn="l">
                        <a:spcAft>
                          <a:spcPts val="0"/>
                        </a:spcAft>
                      </a:pPr>
                      <a:r>
                        <a:rPr sz="1700" b="0" i="0">
                          <a:solidFill>
                            <a:srgbClr val="1E1E28"/>
                          </a:solidFill>
                        </a:rPr>
                        <a:t>Stückliste</a:t>
                      </a:r>
                    </a:p>
                  </a:txBody>
                  <a:tcPr marL="91440" marR="91440" anchor="ctr">
                    <a:solidFill>
                      <a:srgbClr val="FFFFFF"/>
                    </a:solidFill>
                  </a:tcPr>
                </a:tc>
                <a:tc>
                  <a:txBody>
                    <a:bodyPr wrap="square"/>
                    <a:lstStyle/>
                    <a:p>
                      <a:pPr algn="l">
                        <a:spcAft>
                          <a:spcPts val="0"/>
                        </a:spcAft>
                      </a:pPr>
                      <a:r>
                        <a:rPr sz="1700" b="0" i="0">
                          <a:solidFill>
                            <a:srgbClr val="1E1E28"/>
                          </a:solidFill>
                        </a:rPr>
                        <a:t>Fertigungsauftrag</a:t>
                      </a:r>
                    </a:p>
                  </a:txBody>
                  <a:tcPr marL="91440" marR="91440" anchor="ctr">
                    <a:solidFill>
                      <a:srgbClr val="FFFFFF"/>
                    </a:solidFill>
                  </a:tcPr>
                </a:tc>
              </a:tr>
              <a:tr h="640080">
                <a:tc>
                  <a:txBody>
                    <a:bodyPr wrap="square"/>
                    <a:lstStyle/>
                    <a:p>
                      <a:pPr algn="l">
                        <a:spcAft>
                          <a:spcPts val="0"/>
                        </a:spcAft>
                      </a:pPr>
                      <a:r>
                        <a:rPr sz="1700" b="1" i="0">
                          <a:solidFill>
                            <a:srgbClr val="1E1E28"/>
                          </a:solidFill>
                        </a:rPr>
                        <a:t>z. B. Auftragsarten</a:t>
                      </a:r>
                    </a:p>
                  </a:txBody>
                  <a:tcPr marL="91440" marR="91440" anchor="ctr">
                    <a:solidFill>
                      <a:srgbClr val="E8E8F5"/>
                    </a:solidFill>
                  </a:tcPr>
                </a:tc>
                <a:tc>
                  <a:txBody>
                    <a:bodyPr wrap="square"/>
                    <a:lstStyle/>
                    <a:p>
                      <a:pPr algn="l">
                        <a:spcAft>
                          <a:spcPts val="0"/>
                        </a:spcAft>
                      </a:pPr>
                      <a:r>
                        <a:rPr sz="1700" b="0" i="0">
                          <a:solidFill>
                            <a:srgbClr val="1E1E28"/>
                          </a:solidFill>
                        </a:rPr>
                        <a:t>Arbeitsplan, Arbeitsplatz</a:t>
                      </a:r>
                    </a:p>
                  </a:txBody>
                  <a:tcPr marL="91440" marR="91440" anchor="ctr">
                    <a:solidFill>
                      <a:srgbClr val="E8E8F5"/>
                    </a:solidFill>
                  </a:tcPr>
                </a:tc>
                <a:tc>
                  <a:txBody>
                    <a:bodyPr wrap="square"/>
                    <a:lstStyle/>
                    <a:p>
                      <a:pPr algn="l">
                        <a:spcAft>
                          <a:spcPts val="0"/>
                        </a:spcAft>
                      </a:pPr>
                      <a:r>
                        <a:rPr sz="1700" b="0" i="0">
                          <a:solidFill>
                            <a:srgbClr val="1E1E28"/>
                          </a:solidFill>
                        </a:rPr>
                        <a:t>Rückmeldung, Materialbeleg</a:t>
                      </a:r>
                    </a:p>
                  </a:txBody>
                  <a:tcPr marL="91440" marR="91440" anchor="ctr">
                    <a:solidFill>
                      <a:srgbClr val="E8E8F5"/>
                    </a:solidFill>
                  </a:tcPr>
                </a:tc>
              </a:tr>
            </a:tbl>
          </a:graphicData>
        </a:graphic>
      </p:graphicFrame>
      <p:sp>
        <p:nvSpPr>
          <p:cNvPr id="4" name="TextBox 3"/>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Quellen: Dolch (2026), Folie 45; Kappauf et al. (2017), Kap. 4.4–4.5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Stammdaten (1): Materialstamm</a:t>
            </a:r>
          </a:p>
        </p:txBody>
      </p:sp>
      <p:sp>
        <p:nvSpPr>
          <p:cNvPr id="3" name="Content Placeholder 2"/>
          <p:cNvSpPr>
            <a:spLocks noGrp="1"/>
          </p:cNvSpPr>
          <p:nvPr>
            <p:ph idx="1"/>
          </p:nvPr>
        </p:nvSpPr>
        <p:spPr/>
        <p:txBody>
          <a:bodyPr/>
          <a:lstStyle/>
          <a:p>
            <a:pPr/>
            <a:r>
              <a:rPr sz="1800"/>
              <a:t>Der Materialstamm enthält alle Infos zu einem Material. Jede Abteilung hat ihre eigene „Sicht“.</a:t>
            </a:r>
          </a:p>
          <a:p>
            <a:pPr/>
            <a:r>
              <a:rPr b="1" sz="1800">
                <a:solidFill>
                  <a:srgbClr val="00008C"/>
                </a:solidFill>
              </a:rPr>
              <a:t>Wichtig für PP sind die Dispositions-Sichten:</a:t>
            </a:r>
          </a:p>
          <a:p>
            <a:pPr lvl="2"/>
            <a:r>
              <a:rPr sz="1800"/>
              <a:t>Dispositionsverfahren (z. B. plangesteuert oder Bestellpunkt)</a:t>
            </a:r>
          </a:p>
          <a:p>
            <a:pPr lvl="2"/>
            <a:r>
              <a:rPr sz="1800"/>
              <a:t>Beschaffungsart: Eigenfertigung oder Fremdbeschaffung</a:t>
            </a:r>
          </a:p>
          <a:p>
            <a:pPr lvl="2"/>
            <a:r>
              <a:rPr sz="1800"/>
              <a:t>Losgröße, geplante Lieferzeit</a:t>
            </a:r>
          </a:p>
          <a:p>
            <a:pPr lvl="2"/>
            <a:r>
              <a:rPr sz="1800"/>
              <a:t>Sicherheitsbestand und Meldebestand</a:t>
            </a:r>
          </a:p>
          <a:p>
            <a:pPr lvl="2"/>
            <a:r>
              <a:rPr sz="1800"/>
              <a:t>Strategiegruppe (welche Planungsstrategie)</a:t>
            </a:r>
          </a:p>
        </p:txBody>
      </p:sp>
      <p:sp>
        <p:nvSpPr>
          <p:cNvPr id="4" name="TextBox 3"/>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 Kappauf et al. (2017), Kap. 2.2.2, 3.2.2, 4.4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Stammdaten (2): Stückliste</a:t>
            </a:r>
          </a:p>
        </p:txBody>
      </p:sp>
      <p:sp>
        <p:nvSpPr>
          <p:cNvPr id="3" name="Rectangle 2"/>
          <p:cNvSpPr/>
          <p:nvPr/>
        </p:nvSpPr>
        <p:spPr>
          <a:xfrm>
            <a:off x="2103120" y="1600200"/>
            <a:ext cx="2194560" cy="566928"/>
          </a:xfrm>
          <a:prstGeom prst="rect">
            <a:avLst/>
          </a:prstGeom>
          <a:solidFill>
            <a:srgbClr val="00008C"/>
          </a:solidFill>
          <a:ln>
            <a:noFill/>
          </a:ln>
        </p:spPr>
        <p:txBody>
          <a:bodyPr rtlCol="0" anchor="ctr" lIns="45720" rIns="45720" tIns="54864" bIns="54864" wrap="square"/>
          <a:lstStyle/>
          <a:p>
            <a:pPr algn="ctr">
              <a:spcAft>
                <a:spcPts val="400"/>
              </a:spcAft>
            </a:pPr>
            <a:r>
              <a:rPr sz="1400" b="0" i="0">
                <a:solidFill>
                  <a:srgbClr val="FFFFFF"/>
                </a:solidFill>
              </a:rPr>
              <a:t>Fahrrad (1 Stück)</a:t>
            </a:r>
          </a:p>
        </p:txBody>
      </p:sp>
      <p:cxnSp>
        <p:nvCxnSpPr>
          <p:cNvPr id="4" name="Connector 3"/>
          <p:cNvCxnSpPr/>
          <p:nvPr/>
        </p:nvCxnSpPr>
        <p:spPr>
          <a:xfrm>
            <a:off x="3200400" y="2167128"/>
            <a:ext cx="0" cy="210312"/>
          </a:xfrm>
          <a:prstGeom prst="line">
            <a:avLst/>
          </a:prstGeom>
          <a:ln w="15875">
            <a:solidFill>
              <a:srgbClr val="5A5A6E"/>
            </a:solidFill>
          </a:ln>
        </p:spPr>
      </p:cxnSp>
      <p:cxnSp>
        <p:nvCxnSpPr>
          <p:cNvPr id="5" name="Connector 4"/>
          <p:cNvCxnSpPr/>
          <p:nvPr/>
        </p:nvCxnSpPr>
        <p:spPr>
          <a:xfrm>
            <a:off x="1161288" y="2377440"/>
            <a:ext cx="4206240" cy="0"/>
          </a:xfrm>
          <a:prstGeom prst="line">
            <a:avLst/>
          </a:prstGeom>
          <a:ln w="15875">
            <a:solidFill>
              <a:srgbClr val="5A5A6E"/>
            </a:solidFill>
          </a:ln>
        </p:spPr>
      </p:cxnSp>
      <p:cxnSp>
        <p:nvCxnSpPr>
          <p:cNvPr id="6" name="Connector 5"/>
          <p:cNvCxnSpPr/>
          <p:nvPr/>
        </p:nvCxnSpPr>
        <p:spPr>
          <a:xfrm>
            <a:off x="1161288" y="2377440"/>
            <a:ext cx="0" cy="228600"/>
          </a:xfrm>
          <a:prstGeom prst="line">
            <a:avLst/>
          </a:prstGeom>
          <a:ln w="15875">
            <a:solidFill>
              <a:srgbClr val="5A5A6E"/>
            </a:solidFill>
          </a:ln>
        </p:spPr>
      </p:cxnSp>
      <p:sp>
        <p:nvSpPr>
          <p:cNvPr id="7" name="Rectangle 6"/>
          <p:cNvSpPr/>
          <p:nvPr/>
        </p:nvSpPr>
        <p:spPr>
          <a:xfrm>
            <a:off x="612648" y="2606040"/>
            <a:ext cx="1234440" cy="566928"/>
          </a:xfrm>
          <a:prstGeom prst="rect">
            <a:avLst/>
          </a:prstGeom>
          <a:solidFill>
            <a:srgbClr val="E8E8F5"/>
          </a:solidFill>
          <a:ln>
            <a:noFill/>
          </a:ln>
        </p:spPr>
        <p:txBody>
          <a:bodyPr rtlCol="0" anchor="ctr" lIns="45720" rIns="45720" tIns="54864" bIns="54864" wrap="square"/>
          <a:lstStyle/>
          <a:p>
            <a:pPr algn="ctr">
              <a:spcAft>
                <a:spcPts val="400"/>
              </a:spcAft>
            </a:pPr>
            <a:r>
              <a:rPr sz="1400" b="0" i="0">
                <a:solidFill>
                  <a:srgbClr val="1E1E28"/>
                </a:solidFill>
              </a:rPr>
              <a:t>Rahmen (1)</a:t>
            </a:r>
          </a:p>
        </p:txBody>
      </p:sp>
      <p:cxnSp>
        <p:nvCxnSpPr>
          <p:cNvPr id="8" name="Connector 7"/>
          <p:cNvCxnSpPr/>
          <p:nvPr/>
        </p:nvCxnSpPr>
        <p:spPr>
          <a:xfrm>
            <a:off x="2560320" y="2377440"/>
            <a:ext cx="0" cy="228600"/>
          </a:xfrm>
          <a:prstGeom prst="line">
            <a:avLst/>
          </a:prstGeom>
          <a:ln w="15875">
            <a:solidFill>
              <a:srgbClr val="5A5A6E"/>
            </a:solidFill>
          </a:ln>
        </p:spPr>
      </p:cxnSp>
      <p:sp>
        <p:nvSpPr>
          <p:cNvPr id="9" name="Rectangle 8"/>
          <p:cNvSpPr/>
          <p:nvPr/>
        </p:nvSpPr>
        <p:spPr>
          <a:xfrm>
            <a:off x="2011680" y="2606040"/>
            <a:ext cx="1234440" cy="566928"/>
          </a:xfrm>
          <a:prstGeom prst="rect">
            <a:avLst/>
          </a:prstGeom>
          <a:solidFill>
            <a:srgbClr val="E8E8F5"/>
          </a:solidFill>
          <a:ln>
            <a:noFill/>
          </a:ln>
        </p:spPr>
        <p:txBody>
          <a:bodyPr rtlCol="0" anchor="ctr" lIns="45720" rIns="45720" tIns="54864" bIns="54864" wrap="square"/>
          <a:lstStyle/>
          <a:p>
            <a:pPr algn="ctr">
              <a:spcAft>
                <a:spcPts val="400"/>
              </a:spcAft>
            </a:pPr>
            <a:r>
              <a:rPr sz="1400" b="0" i="0">
                <a:solidFill>
                  <a:srgbClr val="1E1E28"/>
                </a:solidFill>
              </a:rPr>
              <a:t>Laufrad (2)</a:t>
            </a:r>
          </a:p>
        </p:txBody>
      </p:sp>
      <p:cxnSp>
        <p:nvCxnSpPr>
          <p:cNvPr id="10" name="Connector 9"/>
          <p:cNvCxnSpPr/>
          <p:nvPr/>
        </p:nvCxnSpPr>
        <p:spPr>
          <a:xfrm>
            <a:off x="3959352" y="2377440"/>
            <a:ext cx="0" cy="228600"/>
          </a:xfrm>
          <a:prstGeom prst="line">
            <a:avLst/>
          </a:prstGeom>
          <a:ln w="15875">
            <a:solidFill>
              <a:srgbClr val="5A5A6E"/>
            </a:solidFill>
          </a:ln>
        </p:spPr>
      </p:cxnSp>
      <p:sp>
        <p:nvSpPr>
          <p:cNvPr id="11" name="Rectangle 10"/>
          <p:cNvSpPr/>
          <p:nvPr/>
        </p:nvSpPr>
        <p:spPr>
          <a:xfrm>
            <a:off x="3410712" y="2606040"/>
            <a:ext cx="1234440" cy="566928"/>
          </a:xfrm>
          <a:prstGeom prst="rect">
            <a:avLst/>
          </a:prstGeom>
          <a:solidFill>
            <a:srgbClr val="E8E8F5"/>
          </a:solidFill>
          <a:ln>
            <a:noFill/>
          </a:ln>
        </p:spPr>
        <p:txBody>
          <a:bodyPr rtlCol="0" anchor="ctr" lIns="45720" rIns="45720" tIns="54864" bIns="54864" wrap="square"/>
          <a:lstStyle/>
          <a:p>
            <a:pPr algn="ctr">
              <a:spcAft>
                <a:spcPts val="400"/>
              </a:spcAft>
            </a:pPr>
            <a:r>
              <a:rPr sz="1400" b="0" i="0">
                <a:solidFill>
                  <a:srgbClr val="1E1E28"/>
                </a:solidFill>
              </a:rPr>
              <a:t>Kette (1)</a:t>
            </a:r>
          </a:p>
        </p:txBody>
      </p:sp>
      <p:cxnSp>
        <p:nvCxnSpPr>
          <p:cNvPr id="12" name="Connector 11"/>
          <p:cNvCxnSpPr/>
          <p:nvPr/>
        </p:nvCxnSpPr>
        <p:spPr>
          <a:xfrm>
            <a:off x="5358383" y="2377440"/>
            <a:ext cx="0" cy="228600"/>
          </a:xfrm>
          <a:prstGeom prst="line">
            <a:avLst/>
          </a:prstGeom>
          <a:ln w="15875">
            <a:solidFill>
              <a:srgbClr val="5A5A6E"/>
            </a:solidFill>
          </a:ln>
        </p:spPr>
      </p:cxnSp>
      <p:sp>
        <p:nvSpPr>
          <p:cNvPr id="13" name="Rectangle 12"/>
          <p:cNvSpPr/>
          <p:nvPr/>
        </p:nvSpPr>
        <p:spPr>
          <a:xfrm>
            <a:off x="4809744" y="2606040"/>
            <a:ext cx="1234440" cy="566928"/>
          </a:xfrm>
          <a:prstGeom prst="rect">
            <a:avLst/>
          </a:prstGeom>
          <a:solidFill>
            <a:srgbClr val="E8E8F5"/>
          </a:solidFill>
          <a:ln>
            <a:noFill/>
          </a:ln>
        </p:spPr>
        <p:txBody>
          <a:bodyPr rtlCol="0" anchor="ctr" lIns="45720" rIns="45720" tIns="54864" bIns="54864" wrap="square"/>
          <a:lstStyle/>
          <a:p>
            <a:pPr algn="ctr">
              <a:spcAft>
                <a:spcPts val="400"/>
              </a:spcAft>
            </a:pPr>
            <a:r>
              <a:rPr sz="1400" b="0" i="0">
                <a:solidFill>
                  <a:srgbClr val="1E1E28"/>
                </a:solidFill>
              </a:rPr>
              <a:t>Pedal (2)</a:t>
            </a:r>
          </a:p>
        </p:txBody>
      </p:sp>
      <p:cxnSp>
        <p:nvCxnSpPr>
          <p:cNvPr id="14" name="Connector 13"/>
          <p:cNvCxnSpPr/>
          <p:nvPr/>
        </p:nvCxnSpPr>
        <p:spPr>
          <a:xfrm>
            <a:off x="2286000" y="3172968"/>
            <a:ext cx="0" cy="630936"/>
          </a:xfrm>
          <a:prstGeom prst="line">
            <a:avLst/>
          </a:prstGeom>
          <a:ln w="15875">
            <a:solidFill>
              <a:srgbClr val="5A5A6E"/>
            </a:solidFill>
          </a:ln>
        </p:spPr>
      </p:cxnSp>
      <p:cxnSp>
        <p:nvCxnSpPr>
          <p:cNvPr id="15" name="Connector 14"/>
          <p:cNvCxnSpPr/>
          <p:nvPr/>
        </p:nvCxnSpPr>
        <p:spPr>
          <a:xfrm>
            <a:off x="2286000" y="3803904"/>
            <a:ext cx="182880" cy="0"/>
          </a:xfrm>
          <a:prstGeom prst="line">
            <a:avLst/>
          </a:prstGeom>
          <a:ln w="15875">
            <a:solidFill>
              <a:srgbClr val="5A5A6E"/>
            </a:solidFill>
          </a:ln>
        </p:spPr>
      </p:cxnSp>
      <p:sp>
        <p:nvSpPr>
          <p:cNvPr id="16" name="Rectangle 15"/>
          <p:cNvSpPr/>
          <p:nvPr/>
        </p:nvSpPr>
        <p:spPr>
          <a:xfrm>
            <a:off x="2468880" y="3520440"/>
            <a:ext cx="1371600" cy="566928"/>
          </a:xfrm>
          <a:prstGeom prst="rect">
            <a:avLst/>
          </a:prstGeom>
          <a:solidFill>
            <a:srgbClr val="E8E8F5"/>
          </a:solidFill>
          <a:ln>
            <a:noFill/>
          </a:ln>
        </p:spPr>
        <p:txBody>
          <a:bodyPr rtlCol="0" anchor="ctr" lIns="45720" rIns="45720" tIns="54864" bIns="54864" wrap="square"/>
          <a:lstStyle/>
          <a:p>
            <a:pPr algn="ctr">
              <a:spcAft>
                <a:spcPts val="400"/>
              </a:spcAft>
            </a:pPr>
            <a:r>
              <a:rPr sz="1400" b="0" i="0">
                <a:solidFill>
                  <a:srgbClr val="1E1E28"/>
                </a:solidFill>
              </a:rPr>
              <a:t>Felge (1)</a:t>
            </a:r>
          </a:p>
        </p:txBody>
      </p:sp>
      <p:cxnSp>
        <p:nvCxnSpPr>
          <p:cNvPr id="17" name="Connector 16"/>
          <p:cNvCxnSpPr/>
          <p:nvPr/>
        </p:nvCxnSpPr>
        <p:spPr>
          <a:xfrm>
            <a:off x="2286000" y="3172968"/>
            <a:ext cx="0" cy="1316735"/>
          </a:xfrm>
          <a:prstGeom prst="line">
            <a:avLst/>
          </a:prstGeom>
          <a:ln w="15875">
            <a:solidFill>
              <a:srgbClr val="5A5A6E"/>
            </a:solidFill>
          </a:ln>
        </p:spPr>
      </p:cxnSp>
      <p:cxnSp>
        <p:nvCxnSpPr>
          <p:cNvPr id="18" name="Connector 17"/>
          <p:cNvCxnSpPr/>
          <p:nvPr/>
        </p:nvCxnSpPr>
        <p:spPr>
          <a:xfrm>
            <a:off x="2286000" y="4489703"/>
            <a:ext cx="182880" cy="0"/>
          </a:xfrm>
          <a:prstGeom prst="line">
            <a:avLst/>
          </a:prstGeom>
          <a:ln w="15875">
            <a:solidFill>
              <a:srgbClr val="5A5A6E"/>
            </a:solidFill>
          </a:ln>
        </p:spPr>
      </p:cxnSp>
      <p:sp>
        <p:nvSpPr>
          <p:cNvPr id="19" name="Rectangle 18"/>
          <p:cNvSpPr/>
          <p:nvPr/>
        </p:nvSpPr>
        <p:spPr>
          <a:xfrm>
            <a:off x="2468880" y="4206240"/>
            <a:ext cx="1371600" cy="566928"/>
          </a:xfrm>
          <a:prstGeom prst="rect">
            <a:avLst/>
          </a:prstGeom>
          <a:solidFill>
            <a:srgbClr val="E8E8F5"/>
          </a:solidFill>
          <a:ln>
            <a:noFill/>
          </a:ln>
        </p:spPr>
        <p:txBody>
          <a:bodyPr rtlCol="0" anchor="ctr" lIns="45720" rIns="45720" tIns="54864" bIns="54864" wrap="square"/>
          <a:lstStyle/>
          <a:p>
            <a:pPr algn="ctr">
              <a:spcAft>
                <a:spcPts val="400"/>
              </a:spcAft>
            </a:pPr>
            <a:r>
              <a:rPr sz="1400" b="0" i="0">
                <a:solidFill>
                  <a:srgbClr val="1E1E28"/>
                </a:solidFill>
              </a:rPr>
              <a:t>Reifen (1)</a:t>
            </a:r>
          </a:p>
        </p:txBody>
      </p:sp>
      <p:cxnSp>
        <p:nvCxnSpPr>
          <p:cNvPr id="20" name="Connector 19"/>
          <p:cNvCxnSpPr/>
          <p:nvPr/>
        </p:nvCxnSpPr>
        <p:spPr>
          <a:xfrm>
            <a:off x="2286000" y="3172968"/>
            <a:ext cx="0" cy="2002535"/>
          </a:xfrm>
          <a:prstGeom prst="line">
            <a:avLst/>
          </a:prstGeom>
          <a:ln w="15875">
            <a:solidFill>
              <a:srgbClr val="5A5A6E"/>
            </a:solidFill>
          </a:ln>
        </p:spPr>
      </p:cxnSp>
      <p:cxnSp>
        <p:nvCxnSpPr>
          <p:cNvPr id="21" name="Connector 20"/>
          <p:cNvCxnSpPr/>
          <p:nvPr/>
        </p:nvCxnSpPr>
        <p:spPr>
          <a:xfrm>
            <a:off x="2286000" y="5175503"/>
            <a:ext cx="182880" cy="0"/>
          </a:xfrm>
          <a:prstGeom prst="line">
            <a:avLst/>
          </a:prstGeom>
          <a:ln w="15875">
            <a:solidFill>
              <a:srgbClr val="5A5A6E"/>
            </a:solidFill>
          </a:ln>
        </p:spPr>
      </p:cxnSp>
      <p:sp>
        <p:nvSpPr>
          <p:cNvPr id="22" name="Rectangle 21"/>
          <p:cNvSpPr/>
          <p:nvPr/>
        </p:nvSpPr>
        <p:spPr>
          <a:xfrm>
            <a:off x="2468880" y="4892040"/>
            <a:ext cx="1371600" cy="566928"/>
          </a:xfrm>
          <a:prstGeom prst="rect">
            <a:avLst/>
          </a:prstGeom>
          <a:solidFill>
            <a:srgbClr val="E8E8F5"/>
          </a:solidFill>
          <a:ln>
            <a:noFill/>
          </a:ln>
        </p:spPr>
        <p:txBody>
          <a:bodyPr rtlCol="0" anchor="ctr" lIns="45720" rIns="45720" tIns="54864" bIns="54864" wrap="square"/>
          <a:lstStyle/>
          <a:p>
            <a:pPr algn="ctr">
              <a:spcAft>
                <a:spcPts val="400"/>
              </a:spcAft>
            </a:pPr>
            <a:r>
              <a:rPr sz="1400" b="0" i="0">
                <a:solidFill>
                  <a:srgbClr val="1E1E28"/>
                </a:solidFill>
              </a:rPr>
              <a:t>Schlauch (1)</a:t>
            </a:r>
          </a:p>
        </p:txBody>
      </p:sp>
      <p:sp>
        <p:nvSpPr>
          <p:cNvPr id="23" name="TextBox 22"/>
          <p:cNvSpPr txBox="1"/>
          <p:nvPr/>
        </p:nvSpPr>
        <p:spPr>
          <a:xfrm>
            <a:off x="612648" y="5532120"/>
            <a:ext cx="5486400" cy="274320"/>
          </a:xfrm>
          <a:prstGeom prst="rect">
            <a:avLst/>
          </a:prstGeom>
          <a:noFill/>
        </p:spPr>
        <p:txBody>
          <a:bodyPr wrap="square" lIns="0" rIns="0" tIns="0" bIns="0" anchor="t"/>
          <a:lstStyle/>
          <a:p>
            <a:pPr algn="l">
              <a:spcAft>
                <a:spcPts val="400"/>
              </a:spcAft>
            </a:pPr>
            <a:r>
              <a:rPr sz="1200" b="0" i="0">
                <a:solidFill>
                  <a:srgbClr val="5A5A6E"/>
                </a:solidFill>
              </a:rPr>
              <a:t>vereinfachtes Beispiel, Mengen in Klammern</a:t>
            </a:r>
          </a:p>
        </p:txBody>
      </p:sp>
      <p:sp>
        <p:nvSpPr>
          <p:cNvPr id="24" name="TextBox 23"/>
          <p:cNvSpPr txBox="1"/>
          <p:nvPr/>
        </p:nvSpPr>
        <p:spPr>
          <a:xfrm>
            <a:off x="6400800" y="1600200"/>
            <a:ext cx="5184648" cy="4023360"/>
          </a:xfrm>
          <a:prstGeom prst="rect">
            <a:avLst/>
          </a:prstGeom>
          <a:noFill/>
        </p:spPr>
        <p:txBody>
          <a:bodyPr wrap="square" lIns="0" rIns="0" tIns="0" bIns="0" anchor="t"/>
          <a:lstStyle/>
          <a:p>
            <a:pPr algn="l">
              <a:spcAft>
                <a:spcPts val="800"/>
              </a:spcAft>
            </a:pPr>
            <a:r>
              <a:rPr sz="1700" b="1" i="0">
                <a:solidFill>
                  <a:srgbClr val="00008C"/>
                </a:solidFill>
              </a:rPr>
              <a:t>Was steht in der Stückliste?</a:t>
            </a:r>
          </a:p>
          <a:p>
            <a:pPr algn="l" marL="219456" indent="-219456">
              <a:spcAft>
                <a:spcPts val="800"/>
              </a:spcAft>
              <a:buFont typeface="Arial"/>
              <a:buChar char="•"/>
            </a:pPr>
            <a:r>
              <a:rPr sz="1700" b="0" i="0">
                <a:solidFill>
                  <a:srgbClr val="1E1E28"/>
                </a:solidFill>
              </a:rPr>
              <a:t>Alle Teile eines Produkts mit Menge und Einheit.</a:t>
            </a:r>
          </a:p>
          <a:p>
            <a:pPr algn="l">
              <a:spcAft>
                <a:spcPts val="800"/>
              </a:spcAft>
            </a:pPr>
            <a:r>
              <a:rPr sz="1700" b="1" i="0">
                <a:solidFill>
                  <a:srgbClr val="00008C"/>
                </a:solidFill>
              </a:rPr>
              <a:t>Wofür braucht PP sie?</a:t>
            </a:r>
          </a:p>
          <a:p>
            <a:pPr algn="l" marL="219456" indent="-219456">
              <a:spcAft>
                <a:spcPts val="800"/>
              </a:spcAft>
              <a:buFont typeface="Arial"/>
              <a:buChar char="•"/>
            </a:pPr>
            <a:r>
              <a:rPr sz="1700" b="0" i="0">
                <a:solidFill>
                  <a:srgbClr val="1E1E28"/>
                </a:solidFill>
              </a:rPr>
              <a:t>MRP rechnet damit den Bedarf an Teilen aus (Sekundärbedarf).</a:t>
            </a:r>
          </a:p>
          <a:p>
            <a:pPr algn="l" marL="219456" indent="-219456">
              <a:spcAft>
                <a:spcPts val="800"/>
              </a:spcAft>
              <a:buFont typeface="Arial"/>
              <a:buChar char="•"/>
            </a:pPr>
            <a:r>
              <a:rPr sz="1700" b="0" i="0">
                <a:solidFill>
                  <a:srgbClr val="1E1E28"/>
                </a:solidFill>
              </a:rPr>
              <a:t>Baugruppen wie das Laufrad haben eine eigene Stückliste → mehrstufig.</a:t>
            </a:r>
          </a:p>
        </p:txBody>
      </p:sp>
      <p:sp>
        <p:nvSpPr>
          <p:cNvPr id="25" name="TextBox 24"/>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Quellen: in Anlehnung an Kappauf et al. (2017), Kap. 4.5 (Abb. 4.11); SAP UCC Magdeburg (2025)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sz="half"/>
          </p:nvPr>
        </p:nvSpPr>
        <p:spPr/>
        <p:txBody>
          <a:bodyPr/>
          <a:lstStyle/>
          <a:p>
            <a:pPr/>
            <a:r>
              <a:rPr b="1" sz="1800">
                <a:solidFill>
                  <a:srgbClr val="00008C"/>
                </a:solidFill>
              </a:rPr>
              <a:t>Arbeitsplan</a:t>
            </a:r>
          </a:p>
          <a:p>
            <a:pPr/>
            <a:r>
              <a:rPr sz="1800"/>
              <a:t>Wie wird produziert?</a:t>
            </a:r>
          </a:p>
          <a:p>
            <a:pPr lvl="2"/>
            <a:r>
              <a:rPr sz="1800"/>
              <a:t>Liste der Arbeitsschritte (Vorgänge)</a:t>
            </a:r>
          </a:p>
          <a:p>
            <a:pPr lvl="2"/>
            <a:r>
              <a:rPr sz="1800"/>
              <a:t>in einer festen Reihenfolge</a:t>
            </a:r>
          </a:p>
          <a:p>
            <a:pPr lvl="2"/>
            <a:r>
              <a:rPr sz="1800"/>
              <a:t>mit Vorgabezeiten, z. B. Rüstzeit</a:t>
            </a:r>
          </a:p>
          <a:p>
            <a:pPr/>
            <a:r>
              <a:rPr sz="1800"/>
              <a:t>Beispiel: Laufräder montieren → Rahmen montieren → Endkontrolle</a:t>
            </a:r>
          </a:p>
        </p:txBody>
      </p:sp>
      <p:sp>
        <p:nvSpPr>
          <p:cNvPr id="3" name="Content Placeholder 2"/>
          <p:cNvSpPr>
            <a:spLocks noGrp="1"/>
          </p:cNvSpPr>
          <p:nvPr>
            <p:ph idx="2" sz="half"/>
          </p:nvPr>
        </p:nvSpPr>
        <p:spPr/>
        <p:txBody>
          <a:bodyPr/>
          <a:lstStyle/>
          <a:p>
            <a:pPr/>
            <a:r>
              <a:rPr b="1" sz="1800">
                <a:solidFill>
                  <a:srgbClr val="00008C"/>
                </a:solidFill>
              </a:rPr>
              <a:t>Arbeitsplatz</a:t>
            </a:r>
          </a:p>
          <a:p>
            <a:pPr/>
            <a:r>
              <a:rPr sz="1800"/>
              <a:t>Wo wird produziert?</a:t>
            </a:r>
          </a:p>
          <a:p>
            <a:pPr lvl="2"/>
            <a:r>
              <a:rPr sz="1800"/>
              <a:t>Maschine oder Montageplatz</a:t>
            </a:r>
          </a:p>
          <a:p>
            <a:pPr lvl="2"/>
            <a:r>
              <a:rPr sz="1800"/>
              <a:t>hat eine Kapazität, z. B. 2 Schichten pro Tag</a:t>
            </a:r>
          </a:p>
          <a:p>
            <a:pPr lvl="2"/>
            <a:r>
              <a:rPr sz="1800"/>
              <a:t>ist mit einer Kostenstelle verbunden (→ CO)</a:t>
            </a:r>
          </a:p>
        </p:txBody>
      </p:sp>
      <p:sp>
        <p:nvSpPr>
          <p:cNvPr id="4" name="Title 3"/>
          <p:cNvSpPr>
            <a:spLocks noGrp="1"/>
          </p:cNvSpPr>
          <p:nvPr>
            <p:ph type="title"/>
          </p:nvPr>
        </p:nvSpPr>
        <p:spPr/>
        <p:txBody>
          <a:bodyPr/>
          <a:lstStyle/>
          <a:p>
            <a:r>
              <a:t>Stammdaten (3): Arbeitsplan und Arbeitsplatz</a:t>
            </a:r>
          </a:p>
        </p:txBody>
      </p:sp>
      <p:sp>
        <p:nvSpPr>
          <p:cNvPr id="5" name="TextBox 4"/>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 eigene Darstellung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Bewegungsdaten und Belege</a:t>
            </a:r>
          </a:p>
        </p:txBody>
      </p:sp>
      <p:graphicFrame>
        <p:nvGraphicFramePr>
          <p:cNvPr id="3" name="Table 2"/>
          <p:cNvGraphicFramePr>
            <a:graphicFrameLocks noGrp="1"/>
          </p:cNvGraphicFramePr>
          <p:nvPr/>
        </p:nvGraphicFramePr>
        <p:xfrm>
          <a:off x="612648" y="1554480"/>
          <a:ext cx="10972800" cy="4023360"/>
        </p:xfrm>
        <a:graphic>
          <a:graphicData uri="http://schemas.openxmlformats.org/drawingml/2006/table">
            <a:tbl>
              <a:tblPr firstRow="0" bandRow="0">
                <a:tableStyleId>{5C22544A-7EE6-4342-B048-85BDC9FD1C3A}</a:tableStyleId>
              </a:tblPr>
              <a:tblGrid>
                <a:gridCol w="2926080"/>
                <a:gridCol w="3657600"/>
                <a:gridCol w="4389120"/>
              </a:tblGrid>
              <a:tr h="502920">
                <a:tc>
                  <a:txBody>
                    <a:bodyPr wrap="square"/>
                    <a:lstStyle/>
                    <a:p>
                      <a:pPr algn="l">
                        <a:spcAft>
                          <a:spcPts val="0"/>
                        </a:spcAft>
                      </a:pPr>
                      <a:r>
                        <a:rPr sz="1600" b="1" i="0">
                          <a:solidFill>
                            <a:srgbClr val="FFFFFF"/>
                          </a:solidFill>
                        </a:rPr>
                        <a:t>Beleg</a:t>
                      </a:r>
                    </a:p>
                  </a:txBody>
                  <a:tcPr marL="91440" marR="91440" anchor="ctr">
                    <a:solidFill>
                      <a:srgbClr val="00008C"/>
                    </a:solidFill>
                  </a:tcPr>
                </a:tc>
                <a:tc>
                  <a:txBody>
                    <a:bodyPr wrap="square"/>
                    <a:lstStyle/>
                    <a:p>
                      <a:pPr algn="l">
                        <a:spcAft>
                          <a:spcPts val="0"/>
                        </a:spcAft>
                      </a:pPr>
                      <a:r>
                        <a:rPr sz="1600" b="1" i="0">
                          <a:solidFill>
                            <a:srgbClr val="FFFFFF"/>
                          </a:solidFill>
                        </a:rPr>
                        <a:t>Wann entsteht er?</a:t>
                      </a:r>
                    </a:p>
                  </a:txBody>
                  <a:tcPr marL="91440" marR="91440" anchor="ctr">
                    <a:solidFill>
                      <a:srgbClr val="00008C"/>
                    </a:solidFill>
                  </a:tcPr>
                </a:tc>
                <a:tc>
                  <a:txBody>
                    <a:bodyPr wrap="square"/>
                    <a:lstStyle/>
                    <a:p>
                      <a:pPr algn="l">
                        <a:spcAft>
                          <a:spcPts val="0"/>
                        </a:spcAft>
                      </a:pPr>
                      <a:r>
                        <a:rPr sz="1600" b="1" i="0">
                          <a:solidFill>
                            <a:srgbClr val="FFFFFF"/>
                          </a:solidFill>
                        </a:rPr>
                        <a:t>Wofür?</a:t>
                      </a:r>
                    </a:p>
                  </a:txBody>
                  <a:tcPr marL="91440" marR="91440" anchor="ctr">
                    <a:solidFill>
                      <a:srgbClr val="00008C"/>
                    </a:solidFill>
                  </a:tcPr>
                </a:tc>
              </a:tr>
              <a:tr h="502920">
                <a:tc>
                  <a:txBody>
                    <a:bodyPr wrap="square"/>
                    <a:lstStyle/>
                    <a:p>
                      <a:pPr algn="l">
                        <a:spcAft>
                          <a:spcPts val="0"/>
                        </a:spcAft>
                      </a:pPr>
                      <a:r>
                        <a:rPr sz="1600" b="1" i="0">
                          <a:solidFill>
                            <a:srgbClr val="1E1E28"/>
                          </a:solidFill>
                        </a:rPr>
                        <a:t>Planprimärbedarf</a:t>
                      </a:r>
                    </a:p>
                  </a:txBody>
                  <a:tcPr marL="91440" marR="91440" anchor="ctr">
                    <a:solidFill>
                      <a:srgbClr val="FFFFFF"/>
                    </a:solidFill>
                  </a:tcPr>
                </a:tc>
                <a:tc>
                  <a:txBody>
                    <a:bodyPr wrap="square"/>
                    <a:lstStyle/>
                    <a:p>
                      <a:pPr algn="l">
                        <a:spcAft>
                          <a:spcPts val="0"/>
                        </a:spcAft>
                      </a:pPr>
                      <a:r>
                        <a:rPr sz="1600" b="0" i="0">
                          <a:solidFill>
                            <a:srgbClr val="1E1E28"/>
                          </a:solidFill>
                        </a:rPr>
                        <a:t>Programmplanung</a:t>
                      </a:r>
                    </a:p>
                  </a:txBody>
                  <a:tcPr marL="91440" marR="91440" anchor="ctr">
                    <a:solidFill>
                      <a:srgbClr val="FFFFFF"/>
                    </a:solidFill>
                  </a:tcPr>
                </a:tc>
                <a:tc>
                  <a:txBody>
                    <a:bodyPr wrap="square"/>
                    <a:lstStyle/>
                    <a:p>
                      <a:pPr algn="l">
                        <a:spcAft>
                          <a:spcPts val="0"/>
                        </a:spcAft>
                      </a:pPr>
                      <a:r>
                        <a:rPr sz="1600" b="0" i="0">
                          <a:solidFill>
                            <a:srgbClr val="1E1E28"/>
                          </a:solidFill>
                        </a:rPr>
                        <a:t>geplanter Bedarf an Endprodukten</a:t>
                      </a:r>
                    </a:p>
                  </a:txBody>
                  <a:tcPr marL="91440" marR="91440" anchor="ctr">
                    <a:solidFill>
                      <a:srgbClr val="FFFFFF"/>
                    </a:solidFill>
                  </a:tcPr>
                </a:tc>
              </a:tr>
              <a:tr h="502920">
                <a:tc>
                  <a:txBody>
                    <a:bodyPr wrap="square"/>
                    <a:lstStyle/>
                    <a:p>
                      <a:pPr algn="l">
                        <a:spcAft>
                          <a:spcPts val="0"/>
                        </a:spcAft>
                      </a:pPr>
                      <a:r>
                        <a:rPr sz="1600" b="1" i="0">
                          <a:solidFill>
                            <a:srgbClr val="1E1E28"/>
                          </a:solidFill>
                        </a:rPr>
                        <a:t>Planauftrag</a:t>
                      </a:r>
                    </a:p>
                  </a:txBody>
                  <a:tcPr marL="91440" marR="91440" anchor="ctr">
                    <a:solidFill>
                      <a:srgbClr val="E8E8F5"/>
                    </a:solidFill>
                  </a:tcPr>
                </a:tc>
                <a:tc>
                  <a:txBody>
                    <a:bodyPr wrap="square"/>
                    <a:lstStyle/>
                    <a:p>
                      <a:pPr algn="l">
                        <a:spcAft>
                          <a:spcPts val="0"/>
                        </a:spcAft>
                      </a:pPr>
                      <a:r>
                        <a:rPr sz="1600" b="0" i="0">
                          <a:solidFill>
                            <a:srgbClr val="1E1E28"/>
                          </a:solidFill>
                        </a:rPr>
                        <a:t>MRP-Lauf (selbst herstellen)</a:t>
                      </a:r>
                    </a:p>
                  </a:txBody>
                  <a:tcPr marL="91440" marR="91440" anchor="ctr">
                    <a:solidFill>
                      <a:srgbClr val="E8E8F5"/>
                    </a:solidFill>
                  </a:tcPr>
                </a:tc>
                <a:tc>
                  <a:txBody>
                    <a:bodyPr wrap="square"/>
                    <a:lstStyle/>
                    <a:p>
                      <a:pPr algn="l">
                        <a:spcAft>
                          <a:spcPts val="0"/>
                        </a:spcAft>
                      </a:pPr>
                      <a:r>
                        <a:rPr sz="1600" b="0" i="0">
                          <a:solidFill>
                            <a:srgbClr val="1E1E28"/>
                          </a:solidFill>
                        </a:rPr>
                        <a:t>Vorschlag – noch nicht fest</a:t>
                      </a:r>
                    </a:p>
                  </a:txBody>
                  <a:tcPr marL="91440" marR="91440" anchor="ctr">
                    <a:solidFill>
                      <a:srgbClr val="E8E8F5"/>
                    </a:solidFill>
                  </a:tcPr>
                </a:tc>
              </a:tr>
              <a:tr h="502920">
                <a:tc>
                  <a:txBody>
                    <a:bodyPr wrap="square"/>
                    <a:lstStyle/>
                    <a:p>
                      <a:pPr algn="l">
                        <a:spcAft>
                          <a:spcPts val="0"/>
                        </a:spcAft>
                      </a:pPr>
                      <a:r>
                        <a:rPr sz="1600" b="1" i="0">
                          <a:solidFill>
                            <a:srgbClr val="1E1E28"/>
                          </a:solidFill>
                        </a:rPr>
                        <a:t>Bestellanforderung</a:t>
                      </a:r>
                    </a:p>
                  </a:txBody>
                  <a:tcPr marL="91440" marR="91440" anchor="ctr">
                    <a:solidFill>
                      <a:srgbClr val="FFFFFF"/>
                    </a:solidFill>
                  </a:tcPr>
                </a:tc>
                <a:tc>
                  <a:txBody>
                    <a:bodyPr wrap="square"/>
                    <a:lstStyle/>
                    <a:p>
                      <a:pPr algn="l">
                        <a:spcAft>
                          <a:spcPts val="0"/>
                        </a:spcAft>
                      </a:pPr>
                      <a:r>
                        <a:rPr sz="1600" b="0" i="0">
                          <a:solidFill>
                            <a:srgbClr val="1E1E28"/>
                          </a:solidFill>
                        </a:rPr>
                        <a:t>MRP-Lauf (kaufen)</a:t>
                      </a:r>
                    </a:p>
                  </a:txBody>
                  <a:tcPr marL="91440" marR="91440" anchor="ctr">
                    <a:solidFill>
                      <a:srgbClr val="FFFFFF"/>
                    </a:solidFill>
                  </a:tcPr>
                </a:tc>
                <a:tc>
                  <a:txBody>
                    <a:bodyPr wrap="square"/>
                    <a:lstStyle/>
                    <a:p>
                      <a:pPr algn="l">
                        <a:spcAft>
                          <a:spcPts val="0"/>
                        </a:spcAft>
                      </a:pPr>
                      <a:r>
                        <a:rPr sz="1600" b="0" i="0">
                          <a:solidFill>
                            <a:srgbClr val="1E1E28"/>
                          </a:solidFill>
                        </a:rPr>
                        <a:t>geht an den Einkauf</a:t>
                      </a:r>
                    </a:p>
                  </a:txBody>
                  <a:tcPr marL="91440" marR="91440" anchor="ctr">
                    <a:solidFill>
                      <a:srgbClr val="FFFFFF"/>
                    </a:solidFill>
                  </a:tcPr>
                </a:tc>
              </a:tr>
              <a:tr h="502920">
                <a:tc>
                  <a:txBody>
                    <a:bodyPr wrap="square"/>
                    <a:lstStyle/>
                    <a:p>
                      <a:pPr algn="l">
                        <a:spcAft>
                          <a:spcPts val="0"/>
                        </a:spcAft>
                      </a:pPr>
                      <a:r>
                        <a:rPr sz="1600" b="1" i="0">
                          <a:solidFill>
                            <a:srgbClr val="1E1E28"/>
                          </a:solidFill>
                        </a:rPr>
                        <a:t>Fertigungsauftrag</a:t>
                      </a:r>
                    </a:p>
                  </a:txBody>
                  <a:tcPr marL="91440" marR="91440" anchor="ctr">
                    <a:solidFill>
                      <a:srgbClr val="E8E8F5"/>
                    </a:solidFill>
                  </a:tcPr>
                </a:tc>
                <a:tc>
                  <a:txBody>
                    <a:bodyPr wrap="square"/>
                    <a:lstStyle/>
                    <a:p>
                      <a:pPr algn="l">
                        <a:spcAft>
                          <a:spcPts val="0"/>
                        </a:spcAft>
                      </a:pPr>
                      <a:r>
                        <a:rPr sz="1600" b="0" i="0">
                          <a:solidFill>
                            <a:srgbClr val="1E1E28"/>
                          </a:solidFill>
                        </a:rPr>
                        <a:t>aus dem Planauftrag</a:t>
                      </a:r>
                    </a:p>
                  </a:txBody>
                  <a:tcPr marL="91440" marR="91440" anchor="ctr">
                    <a:solidFill>
                      <a:srgbClr val="E8E8F5"/>
                    </a:solidFill>
                  </a:tcPr>
                </a:tc>
                <a:tc>
                  <a:txBody>
                    <a:bodyPr wrap="square"/>
                    <a:lstStyle/>
                    <a:p>
                      <a:pPr algn="l">
                        <a:spcAft>
                          <a:spcPts val="0"/>
                        </a:spcAft>
                      </a:pPr>
                      <a:r>
                        <a:rPr sz="1600" b="0" i="0">
                          <a:solidFill>
                            <a:srgbClr val="1E1E28"/>
                          </a:solidFill>
                        </a:rPr>
                        <a:t>fester Auftrag an die Fertigung</a:t>
                      </a:r>
                    </a:p>
                  </a:txBody>
                  <a:tcPr marL="91440" marR="91440" anchor="ctr">
                    <a:solidFill>
                      <a:srgbClr val="E8E8F5"/>
                    </a:solidFill>
                  </a:tcPr>
                </a:tc>
              </a:tr>
              <a:tr h="502920">
                <a:tc>
                  <a:txBody>
                    <a:bodyPr wrap="square"/>
                    <a:lstStyle/>
                    <a:p>
                      <a:pPr algn="l">
                        <a:spcAft>
                          <a:spcPts val="0"/>
                        </a:spcAft>
                      </a:pPr>
                      <a:r>
                        <a:rPr sz="1600" b="1" i="0">
                          <a:solidFill>
                            <a:srgbClr val="1E1E28"/>
                          </a:solidFill>
                        </a:rPr>
                        <a:t>Reservierung</a:t>
                      </a:r>
                    </a:p>
                  </a:txBody>
                  <a:tcPr marL="91440" marR="91440" anchor="ctr">
                    <a:solidFill>
                      <a:srgbClr val="FFFFFF"/>
                    </a:solidFill>
                  </a:tcPr>
                </a:tc>
                <a:tc>
                  <a:txBody>
                    <a:bodyPr wrap="square"/>
                    <a:lstStyle/>
                    <a:p>
                      <a:pPr algn="l">
                        <a:spcAft>
                          <a:spcPts val="0"/>
                        </a:spcAft>
                      </a:pPr>
                      <a:r>
                        <a:rPr sz="1600" b="0" i="0">
                          <a:solidFill>
                            <a:srgbClr val="1E1E28"/>
                          </a:solidFill>
                        </a:rPr>
                        <a:t>beim Fertigungsauftrag</a:t>
                      </a:r>
                    </a:p>
                  </a:txBody>
                  <a:tcPr marL="91440" marR="91440" anchor="ctr">
                    <a:solidFill>
                      <a:srgbClr val="FFFFFF"/>
                    </a:solidFill>
                  </a:tcPr>
                </a:tc>
                <a:tc>
                  <a:txBody>
                    <a:bodyPr wrap="square"/>
                    <a:lstStyle/>
                    <a:p>
                      <a:pPr algn="l">
                        <a:spcAft>
                          <a:spcPts val="0"/>
                        </a:spcAft>
                      </a:pPr>
                      <a:r>
                        <a:rPr sz="1600" b="0" i="0">
                          <a:solidFill>
                            <a:srgbClr val="1E1E28"/>
                          </a:solidFill>
                        </a:rPr>
                        <a:t>Teile für den Auftrag vormerken</a:t>
                      </a:r>
                    </a:p>
                  </a:txBody>
                  <a:tcPr marL="91440" marR="91440" anchor="ctr">
                    <a:solidFill>
                      <a:srgbClr val="FFFFFF"/>
                    </a:solidFill>
                  </a:tcPr>
                </a:tc>
              </a:tr>
              <a:tr h="502920">
                <a:tc>
                  <a:txBody>
                    <a:bodyPr wrap="square"/>
                    <a:lstStyle/>
                    <a:p>
                      <a:pPr algn="l">
                        <a:spcAft>
                          <a:spcPts val="0"/>
                        </a:spcAft>
                      </a:pPr>
                      <a:r>
                        <a:rPr sz="1600" b="1" i="0">
                          <a:solidFill>
                            <a:srgbClr val="1E1E28"/>
                          </a:solidFill>
                        </a:rPr>
                        <a:t>Materialbeleg</a:t>
                      </a:r>
                    </a:p>
                  </a:txBody>
                  <a:tcPr marL="91440" marR="91440" anchor="ctr">
                    <a:solidFill>
                      <a:srgbClr val="E8E8F5"/>
                    </a:solidFill>
                  </a:tcPr>
                </a:tc>
                <a:tc>
                  <a:txBody>
                    <a:bodyPr wrap="square"/>
                    <a:lstStyle/>
                    <a:p>
                      <a:pPr algn="l">
                        <a:spcAft>
                          <a:spcPts val="0"/>
                        </a:spcAft>
                      </a:pPr>
                      <a:r>
                        <a:rPr sz="1600" b="0" i="0">
                          <a:solidFill>
                            <a:srgbClr val="1E1E28"/>
                          </a:solidFill>
                        </a:rPr>
                        <a:t>Warenausgang / -eingang</a:t>
                      </a:r>
                    </a:p>
                  </a:txBody>
                  <a:tcPr marL="91440" marR="91440" anchor="ctr">
                    <a:solidFill>
                      <a:srgbClr val="E8E8F5"/>
                    </a:solidFill>
                  </a:tcPr>
                </a:tc>
                <a:tc>
                  <a:txBody>
                    <a:bodyPr wrap="square"/>
                    <a:lstStyle/>
                    <a:p>
                      <a:pPr algn="l">
                        <a:spcAft>
                          <a:spcPts val="0"/>
                        </a:spcAft>
                      </a:pPr>
                      <a:r>
                        <a:rPr sz="1600" b="0" i="0">
                          <a:solidFill>
                            <a:srgbClr val="1E1E28"/>
                          </a:solidFill>
                        </a:rPr>
                        <a:t>Bestand ändert sich</a:t>
                      </a:r>
                    </a:p>
                  </a:txBody>
                  <a:tcPr marL="91440" marR="91440" anchor="ctr">
                    <a:solidFill>
                      <a:srgbClr val="E8E8F5"/>
                    </a:solidFill>
                  </a:tcPr>
                </a:tc>
              </a:tr>
              <a:tr h="502920">
                <a:tc>
                  <a:txBody>
                    <a:bodyPr wrap="square"/>
                    <a:lstStyle/>
                    <a:p>
                      <a:pPr algn="l">
                        <a:spcAft>
                          <a:spcPts val="0"/>
                        </a:spcAft>
                      </a:pPr>
                      <a:r>
                        <a:rPr sz="1600" b="1" i="0">
                          <a:solidFill>
                            <a:srgbClr val="1E1E28"/>
                          </a:solidFill>
                        </a:rPr>
                        <a:t>Rückmeldung</a:t>
                      </a:r>
                    </a:p>
                  </a:txBody>
                  <a:tcPr marL="91440" marR="91440" anchor="ctr">
                    <a:solidFill>
                      <a:srgbClr val="FFFFFF"/>
                    </a:solidFill>
                  </a:tcPr>
                </a:tc>
                <a:tc>
                  <a:txBody>
                    <a:bodyPr wrap="square"/>
                    <a:lstStyle/>
                    <a:p>
                      <a:pPr algn="l">
                        <a:spcAft>
                          <a:spcPts val="0"/>
                        </a:spcAft>
                      </a:pPr>
                      <a:r>
                        <a:rPr sz="1600" b="0" i="0">
                          <a:solidFill>
                            <a:srgbClr val="1E1E28"/>
                          </a:solidFill>
                        </a:rPr>
                        <a:t>in der Fertigung</a:t>
                      </a:r>
                    </a:p>
                  </a:txBody>
                  <a:tcPr marL="91440" marR="91440" anchor="ctr">
                    <a:solidFill>
                      <a:srgbClr val="FFFFFF"/>
                    </a:solidFill>
                  </a:tcPr>
                </a:tc>
                <a:tc>
                  <a:txBody>
                    <a:bodyPr wrap="square"/>
                    <a:lstStyle/>
                    <a:p>
                      <a:pPr algn="l">
                        <a:spcAft>
                          <a:spcPts val="0"/>
                        </a:spcAft>
                      </a:pPr>
                      <a:r>
                        <a:rPr sz="1600" b="0" i="0">
                          <a:solidFill>
                            <a:srgbClr val="1E1E28"/>
                          </a:solidFill>
                        </a:rPr>
                        <a:t>Ist-Zeiten und Mengen erfassen</a:t>
                      </a:r>
                    </a:p>
                  </a:txBody>
                  <a:tcPr marL="91440" marR="91440" anchor="ctr">
                    <a:solidFill>
                      <a:srgbClr val="FFFFFF"/>
                    </a:solidFill>
                  </a:tcPr>
                </a:tc>
              </a:tr>
            </a:tbl>
          </a:graphicData>
        </a:graphic>
      </p:graphicFrame>
      <p:sp>
        <p:nvSpPr>
          <p:cNvPr id="4" name="TextBox 3"/>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Quellen: Kappauf et al. (2017), Kap. 4.4–4.5, 7.2.1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Prozesse in PP</a:t>
            </a:r>
          </a:p>
        </p:txBody>
      </p:sp>
      <p:sp>
        <p:nvSpPr>
          <p:cNvPr id="3" name="Text Placeholder 2"/>
          <p:cNvSpPr>
            <a:spLocks noGrp="1"/>
          </p:cNvSpPr>
          <p:nvPr>
            <p:ph type="body" idx="10" sz="quarter"/>
          </p:nvPr>
        </p:nvSpPr>
        <p:spPr/>
        <p:txBody>
          <a:bodyPr/>
          <a:lstStyle/>
          <a:p>
            <a:r>
              <a:t>Vom Bedarf bis zum fertigen Produkt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Prozess im Überblick</a:t>
            </a:r>
          </a:p>
        </p:txBody>
      </p:sp>
      <p:sp>
        <p:nvSpPr>
          <p:cNvPr id="3" name="Rectangle 2"/>
          <p:cNvSpPr/>
          <p:nvPr/>
        </p:nvSpPr>
        <p:spPr>
          <a:xfrm>
            <a:off x="612648" y="1737360"/>
            <a:ext cx="2331720" cy="914400"/>
          </a:xfrm>
          <a:prstGeom prst="rect">
            <a:avLst/>
          </a:prstGeom>
          <a:solidFill>
            <a:srgbClr val="00008C"/>
          </a:solidFill>
          <a:ln>
            <a:noFill/>
          </a:ln>
        </p:spPr>
        <p:txBody>
          <a:bodyPr rtlCol="0" anchor="ctr" lIns="137160" rIns="137160" tIns="54864" bIns="54864" wrap="square"/>
          <a:lstStyle/>
          <a:p>
            <a:pPr algn="ctr">
              <a:spcAft>
                <a:spcPts val="400"/>
              </a:spcAft>
            </a:pPr>
            <a:r>
              <a:rPr sz="1600" b="0" i="0">
                <a:solidFill>
                  <a:srgbClr val="FFFFFF"/>
                </a:solidFill>
              </a:rPr>
              <a:t>1. Programmplanung</a:t>
            </a:r>
          </a:p>
        </p:txBody>
      </p:sp>
      <p:cxnSp>
        <p:nvCxnSpPr>
          <p:cNvPr id="4" name="Connector 3"/>
          <p:cNvCxnSpPr/>
          <p:nvPr/>
        </p:nvCxnSpPr>
        <p:spPr>
          <a:xfrm>
            <a:off x="2944368" y="2194560"/>
            <a:ext cx="502920" cy="0"/>
          </a:xfrm>
          <a:prstGeom prst="line">
            <a:avLst/>
          </a:prstGeom>
          <a:ln w="19050">
            <a:solidFill>
              <a:srgbClr val="5A5A6E"/>
            </a:solidFill>
            <a:tailEnd type="triangle" w="med" len="med"/>
          </a:ln>
        </p:spPr>
      </p:cxnSp>
      <p:sp>
        <p:nvSpPr>
          <p:cNvPr id="5" name="Rectangle 4"/>
          <p:cNvSpPr/>
          <p:nvPr/>
        </p:nvSpPr>
        <p:spPr>
          <a:xfrm>
            <a:off x="3447288" y="1737360"/>
            <a:ext cx="2331720" cy="914400"/>
          </a:xfrm>
          <a:prstGeom prst="rect">
            <a:avLst/>
          </a:prstGeom>
          <a:solidFill>
            <a:srgbClr val="00008C"/>
          </a:solidFill>
          <a:ln>
            <a:noFill/>
          </a:ln>
        </p:spPr>
        <p:txBody>
          <a:bodyPr rtlCol="0" anchor="ctr" lIns="137160" rIns="137160" tIns="54864" bIns="54864" wrap="square"/>
          <a:lstStyle/>
          <a:p>
            <a:pPr algn="ctr">
              <a:spcAft>
                <a:spcPts val="400"/>
              </a:spcAft>
            </a:pPr>
            <a:r>
              <a:rPr sz="1600" b="0" i="0">
                <a:solidFill>
                  <a:srgbClr val="FFFFFF"/>
                </a:solidFill>
              </a:rPr>
              <a:t>2. MRP-Lauf</a:t>
            </a:r>
          </a:p>
        </p:txBody>
      </p:sp>
      <p:cxnSp>
        <p:nvCxnSpPr>
          <p:cNvPr id="6" name="Connector 5"/>
          <p:cNvCxnSpPr/>
          <p:nvPr/>
        </p:nvCxnSpPr>
        <p:spPr>
          <a:xfrm>
            <a:off x="5779008" y="2194560"/>
            <a:ext cx="502920" cy="0"/>
          </a:xfrm>
          <a:prstGeom prst="line">
            <a:avLst/>
          </a:prstGeom>
          <a:ln w="19050">
            <a:solidFill>
              <a:srgbClr val="5A5A6E"/>
            </a:solidFill>
            <a:tailEnd type="triangle" w="med" len="med"/>
          </a:ln>
        </p:spPr>
      </p:cxnSp>
      <p:sp>
        <p:nvSpPr>
          <p:cNvPr id="7" name="Rectangle 6"/>
          <p:cNvSpPr/>
          <p:nvPr/>
        </p:nvSpPr>
        <p:spPr>
          <a:xfrm>
            <a:off x="6281928" y="1737360"/>
            <a:ext cx="2331720" cy="914400"/>
          </a:xfrm>
          <a:prstGeom prst="rect">
            <a:avLst/>
          </a:prstGeom>
          <a:solidFill>
            <a:srgbClr val="0A777F"/>
          </a:solidFill>
          <a:ln>
            <a:noFill/>
          </a:ln>
        </p:spPr>
        <p:txBody>
          <a:bodyPr rtlCol="0" anchor="ctr" lIns="137160" rIns="137160" tIns="54864" bIns="54864" wrap="square"/>
          <a:lstStyle/>
          <a:p>
            <a:pPr algn="ctr">
              <a:spcAft>
                <a:spcPts val="400"/>
              </a:spcAft>
            </a:pPr>
            <a:r>
              <a:rPr sz="1600" b="0" i="0">
                <a:solidFill>
                  <a:srgbClr val="FFFFFF"/>
                </a:solidFill>
              </a:rPr>
              <a:t>3. Fertigungsauftrag</a:t>
            </a:r>
          </a:p>
        </p:txBody>
      </p:sp>
      <p:cxnSp>
        <p:nvCxnSpPr>
          <p:cNvPr id="8" name="Connector 7"/>
          <p:cNvCxnSpPr/>
          <p:nvPr/>
        </p:nvCxnSpPr>
        <p:spPr>
          <a:xfrm>
            <a:off x="8613648" y="2194560"/>
            <a:ext cx="502920" cy="0"/>
          </a:xfrm>
          <a:prstGeom prst="line">
            <a:avLst/>
          </a:prstGeom>
          <a:ln w="19050">
            <a:solidFill>
              <a:srgbClr val="5A5A6E"/>
            </a:solidFill>
            <a:tailEnd type="triangle" w="med" len="med"/>
          </a:ln>
        </p:spPr>
      </p:cxnSp>
      <p:sp>
        <p:nvSpPr>
          <p:cNvPr id="9" name="Rectangle 8"/>
          <p:cNvSpPr/>
          <p:nvPr/>
        </p:nvSpPr>
        <p:spPr>
          <a:xfrm>
            <a:off x="9116568" y="1737360"/>
            <a:ext cx="2331720" cy="914400"/>
          </a:xfrm>
          <a:prstGeom prst="rect">
            <a:avLst/>
          </a:prstGeom>
          <a:solidFill>
            <a:srgbClr val="0A777F"/>
          </a:solidFill>
          <a:ln>
            <a:noFill/>
          </a:ln>
        </p:spPr>
        <p:txBody>
          <a:bodyPr rtlCol="0" anchor="ctr" lIns="137160" rIns="137160" tIns="54864" bIns="54864" wrap="square"/>
          <a:lstStyle/>
          <a:p>
            <a:pPr algn="ctr">
              <a:spcAft>
                <a:spcPts val="400"/>
              </a:spcAft>
            </a:pPr>
            <a:r>
              <a:rPr sz="1600" b="0" i="0">
                <a:solidFill>
                  <a:srgbClr val="FFFFFF"/>
                </a:solidFill>
              </a:rPr>
              <a:t>4. Freigabe</a:t>
            </a:r>
          </a:p>
        </p:txBody>
      </p:sp>
      <p:sp>
        <p:nvSpPr>
          <p:cNvPr id="10" name="Rectangle 9"/>
          <p:cNvSpPr/>
          <p:nvPr/>
        </p:nvSpPr>
        <p:spPr>
          <a:xfrm>
            <a:off x="612648" y="3474720"/>
            <a:ext cx="2331720" cy="914400"/>
          </a:xfrm>
          <a:prstGeom prst="rect">
            <a:avLst/>
          </a:prstGeom>
          <a:solidFill>
            <a:srgbClr val="0A777F"/>
          </a:solidFill>
          <a:ln>
            <a:noFill/>
          </a:ln>
        </p:spPr>
        <p:txBody>
          <a:bodyPr rtlCol="0" anchor="ctr" lIns="137160" rIns="137160" tIns="54864" bIns="54864" wrap="square"/>
          <a:lstStyle/>
          <a:p>
            <a:pPr algn="ctr">
              <a:spcAft>
                <a:spcPts val="400"/>
              </a:spcAft>
            </a:pPr>
            <a:r>
              <a:rPr sz="1600" b="0" i="0">
                <a:solidFill>
                  <a:srgbClr val="FFFFFF"/>
                </a:solidFill>
              </a:rPr>
              <a:t>5. Warenausgang</a:t>
            </a:r>
          </a:p>
        </p:txBody>
      </p:sp>
      <p:cxnSp>
        <p:nvCxnSpPr>
          <p:cNvPr id="11" name="Connector 10"/>
          <p:cNvCxnSpPr/>
          <p:nvPr/>
        </p:nvCxnSpPr>
        <p:spPr>
          <a:xfrm>
            <a:off x="2944368" y="3931920"/>
            <a:ext cx="502920" cy="0"/>
          </a:xfrm>
          <a:prstGeom prst="line">
            <a:avLst/>
          </a:prstGeom>
          <a:ln w="19050">
            <a:solidFill>
              <a:srgbClr val="5A5A6E"/>
            </a:solidFill>
            <a:tailEnd type="triangle" w="med" len="med"/>
          </a:ln>
        </p:spPr>
      </p:cxnSp>
      <p:sp>
        <p:nvSpPr>
          <p:cNvPr id="12" name="Rectangle 11"/>
          <p:cNvSpPr/>
          <p:nvPr/>
        </p:nvSpPr>
        <p:spPr>
          <a:xfrm>
            <a:off x="3447288" y="3474720"/>
            <a:ext cx="2331720" cy="914400"/>
          </a:xfrm>
          <a:prstGeom prst="rect">
            <a:avLst/>
          </a:prstGeom>
          <a:solidFill>
            <a:srgbClr val="0A777F"/>
          </a:solidFill>
          <a:ln>
            <a:noFill/>
          </a:ln>
        </p:spPr>
        <p:txBody>
          <a:bodyPr rtlCol="0" anchor="ctr" lIns="137160" rIns="137160" tIns="54864" bIns="54864" wrap="square"/>
          <a:lstStyle/>
          <a:p>
            <a:pPr algn="ctr">
              <a:spcAft>
                <a:spcPts val="400"/>
              </a:spcAft>
            </a:pPr>
            <a:r>
              <a:rPr sz="1600" b="0" i="0">
                <a:solidFill>
                  <a:srgbClr val="FFFFFF"/>
                </a:solidFill>
              </a:rPr>
              <a:t>6. Rückmeldung</a:t>
            </a:r>
          </a:p>
        </p:txBody>
      </p:sp>
      <p:cxnSp>
        <p:nvCxnSpPr>
          <p:cNvPr id="13" name="Connector 12"/>
          <p:cNvCxnSpPr/>
          <p:nvPr/>
        </p:nvCxnSpPr>
        <p:spPr>
          <a:xfrm>
            <a:off x="5779008" y="3931920"/>
            <a:ext cx="502920" cy="0"/>
          </a:xfrm>
          <a:prstGeom prst="line">
            <a:avLst/>
          </a:prstGeom>
          <a:ln w="19050">
            <a:solidFill>
              <a:srgbClr val="5A5A6E"/>
            </a:solidFill>
            <a:tailEnd type="triangle" w="med" len="med"/>
          </a:ln>
        </p:spPr>
      </p:cxnSp>
      <p:sp>
        <p:nvSpPr>
          <p:cNvPr id="14" name="Rectangle 13"/>
          <p:cNvSpPr/>
          <p:nvPr/>
        </p:nvSpPr>
        <p:spPr>
          <a:xfrm>
            <a:off x="6281928" y="3474720"/>
            <a:ext cx="2331720" cy="914400"/>
          </a:xfrm>
          <a:prstGeom prst="rect">
            <a:avLst/>
          </a:prstGeom>
          <a:solidFill>
            <a:srgbClr val="0A777F"/>
          </a:solidFill>
          <a:ln>
            <a:noFill/>
          </a:ln>
        </p:spPr>
        <p:txBody>
          <a:bodyPr rtlCol="0" anchor="ctr" lIns="137160" rIns="137160" tIns="54864" bIns="54864" wrap="square"/>
          <a:lstStyle/>
          <a:p>
            <a:pPr algn="ctr">
              <a:spcAft>
                <a:spcPts val="400"/>
              </a:spcAft>
            </a:pPr>
            <a:r>
              <a:rPr sz="1600" b="0" i="0">
                <a:solidFill>
                  <a:srgbClr val="FFFFFF"/>
                </a:solidFill>
              </a:rPr>
              <a:t>7. Wareneingang</a:t>
            </a:r>
          </a:p>
        </p:txBody>
      </p:sp>
      <p:cxnSp>
        <p:nvCxnSpPr>
          <p:cNvPr id="15" name="Connector 14"/>
          <p:cNvCxnSpPr/>
          <p:nvPr/>
        </p:nvCxnSpPr>
        <p:spPr>
          <a:xfrm>
            <a:off x="8613648" y="3931920"/>
            <a:ext cx="502920" cy="0"/>
          </a:xfrm>
          <a:prstGeom prst="line">
            <a:avLst/>
          </a:prstGeom>
          <a:ln w="19050">
            <a:solidFill>
              <a:srgbClr val="5A5A6E"/>
            </a:solidFill>
            <a:tailEnd type="triangle" w="med" len="med"/>
          </a:ln>
        </p:spPr>
      </p:cxnSp>
      <p:sp>
        <p:nvSpPr>
          <p:cNvPr id="16" name="Rectangle 15"/>
          <p:cNvSpPr/>
          <p:nvPr/>
        </p:nvSpPr>
        <p:spPr>
          <a:xfrm>
            <a:off x="9116568" y="3474720"/>
            <a:ext cx="2331720" cy="914400"/>
          </a:xfrm>
          <a:prstGeom prst="rect">
            <a:avLst/>
          </a:prstGeom>
          <a:solidFill>
            <a:srgbClr val="0A777F"/>
          </a:solidFill>
          <a:ln>
            <a:noFill/>
          </a:ln>
        </p:spPr>
        <p:txBody>
          <a:bodyPr rtlCol="0" anchor="ctr" lIns="137160" rIns="137160" tIns="54864" bIns="54864" wrap="square"/>
          <a:lstStyle/>
          <a:p>
            <a:pPr algn="ctr">
              <a:spcAft>
                <a:spcPts val="400"/>
              </a:spcAft>
            </a:pPr>
            <a:r>
              <a:rPr sz="1600" b="0" i="0">
                <a:solidFill>
                  <a:srgbClr val="FFFFFF"/>
                </a:solidFill>
              </a:rPr>
              <a:t>8. Abrechnung</a:t>
            </a:r>
          </a:p>
        </p:txBody>
      </p:sp>
      <p:cxnSp>
        <p:nvCxnSpPr>
          <p:cNvPr id="17" name="Connector 16"/>
          <p:cNvCxnSpPr/>
          <p:nvPr/>
        </p:nvCxnSpPr>
        <p:spPr>
          <a:xfrm>
            <a:off x="10872216" y="2651760"/>
            <a:ext cx="0" cy="365760"/>
          </a:xfrm>
          <a:prstGeom prst="line">
            <a:avLst/>
          </a:prstGeom>
          <a:ln w="19050">
            <a:solidFill>
              <a:srgbClr val="5A5A6E"/>
            </a:solidFill>
          </a:ln>
        </p:spPr>
      </p:cxnSp>
      <p:cxnSp>
        <p:nvCxnSpPr>
          <p:cNvPr id="18" name="Connector 17"/>
          <p:cNvCxnSpPr/>
          <p:nvPr/>
        </p:nvCxnSpPr>
        <p:spPr>
          <a:xfrm flipH="1">
            <a:off x="1773936" y="3017520"/>
            <a:ext cx="9098280" cy="0"/>
          </a:xfrm>
          <a:prstGeom prst="line">
            <a:avLst/>
          </a:prstGeom>
          <a:ln w="19050">
            <a:solidFill>
              <a:srgbClr val="5A5A6E"/>
            </a:solidFill>
          </a:ln>
        </p:spPr>
      </p:cxnSp>
      <p:cxnSp>
        <p:nvCxnSpPr>
          <p:cNvPr id="19" name="Connector 18"/>
          <p:cNvCxnSpPr/>
          <p:nvPr/>
        </p:nvCxnSpPr>
        <p:spPr>
          <a:xfrm>
            <a:off x="1773936" y="3017520"/>
            <a:ext cx="0" cy="457200"/>
          </a:xfrm>
          <a:prstGeom prst="line">
            <a:avLst/>
          </a:prstGeom>
          <a:ln w="19050">
            <a:solidFill>
              <a:srgbClr val="5A5A6E"/>
            </a:solidFill>
            <a:tailEnd type="triangle" w="med" len="med"/>
          </a:ln>
        </p:spPr>
      </p:cxnSp>
      <p:sp>
        <p:nvSpPr>
          <p:cNvPr id="20" name="TextBox 19"/>
          <p:cNvSpPr txBox="1"/>
          <p:nvPr/>
        </p:nvSpPr>
        <p:spPr>
          <a:xfrm>
            <a:off x="612648" y="4846320"/>
            <a:ext cx="10972800" cy="457200"/>
          </a:xfrm>
          <a:prstGeom prst="rect">
            <a:avLst/>
          </a:prstGeom>
          <a:noFill/>
        </p:spPr>
        <p:txBody>
          <a:bodyPr wrap="square" lIns="0" rIns="0" tIns="0" bIns="0" anchor="t"/>
          <a:lstStyle/>
          <a:p>
            <a:pPr algn="l">
              <a:spcAft>
                <a:spcPts val="400"/>
              </a:spcAft>
            </a:pPr>
            <a:r>
              <a:rPr sz="1600" b="1" i="0">
                <a:solidFill>
                  <a:srgbClr val="00008C"/>
                </a:solidFill>
              </a:rPr>
              <a:t>dunkelblau</a:t>
            </a:r>
            <a:r>
              <a:rPr sz="1600" b="0" i="0">
                <a:solidFill>
                  <a:srgbClr val="1E1E28"/>
                </a:solidFill>
              </a:rPr>
              <a:t> = Planung,  </a:t>
            </a:r>
            <a:r>
              <a:rPr sz="1600" b="1" i="0">
                <a:solidFill>
                  <a:srgbClr val="0A777F"/>
                </a:solidFill>
              </a:rPr>
              <a:t>petrol</a:t>
            </a:r>
            <a:r>
              <a:rPr sz="1600" b="0" i="0">
                <a:solidFill>
                  <a:srgbClr val="1E1E28"/>
                </a:solidFill>
              </a:rPr>
              <a:t> = Steuerung  (Beispiel: Lagerfertigung)</a:t>
            </a:r>
          </a:p>
        </p:txBody>
      </p:sp>
      <p:sp>
        <p:nvSpPr>
          <p:cNvPr id="21" name="TextBox 20"/>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 in Anlehnung an Kappauf et al. (2017), Kap. 4.4–4.5, 7.2.1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sz="half"/>
          </p:nvPr>
        </p:nvSpPr>
        <p:spPr/>
        <p:txBody>
          <a:bodyPr/>
          <a:lstStyle/>
          <a:p>
            <a:pPr/>
            <a:r>
              <a:rPr b="1" sz="1800">
                <a:solidFill>
                  <a:srgbClr val="00008C"/>
                </a:solidFill>
              </a:rPr>
              <a:t>Lagerfertigung</a:t>
            </a:r>
          </a:p>
          <a:p>
            <a:pPr lvl="2"/>
            <a:r>
              <a:rPr sz="1800"/>
              <a:t>Produktion nach Prognose</a:t>
            </a:r>
          </a:p>
          <a:p>
            <a:pPr lvl="2"/>
            <a:r>
              <a:rPr sz="1800"/>
              <a:t>Kunde bekommt die Ware aus dem Lager</a:t>
            </a:r>
          </a:p>
          <a:p>
            <a:pPr/>
            <a:r>
              <a:rPr sz="1800"/>
              <a:t>+ gleichmäßige Auslastung</a:t>
            </a:r>
          </a:p>
          <a:p>
            <a:pPr/>
            <a:r>
              <a:rPr sz="1800"/>
              <a:t>– hohe Bestände</a:t>
            </a:r>
          </a:p>
        </p:txBody>
      </p:sp>
      <p:sp>
        <p:nvSpPr>
          <p:cNvPr id="3" name="Content Placeholder 2"/>
          <p:cNvSpPr>
            <a:spLocks noGrp="1"/>
          </p:cNvSpPr>
          <p:nvPr>
            <p:ph idx="2" sz="half"/>
          </p:nvPr>
        </p:nvSpPr>
        <p:spPr/>
        <p:txBody>
          <a:bodyPr/>
          <a:lstStyle/>
          <a:p>
            <a:pPr/>
            <a:r>
              <a:rPr b="1" sz="1800">
                <a:solidFill>
                  <a:srgbClr val="00008C"/>
                </a:solidFill>
              </a:rPr>
              <a:t>Kundenauftragsfertigung</a:t>
            </a:r>
          </a:p>
          <a:p>
            <a:pPr lvl="2"/>
            <a:r>
              <a:rPr sz="1800"/>
              <a:t>Produktion erst nach Bestellung</a:t>
            </a:r>
          </a:p>
          <a:p>
            <a:pPr lvl="2"/>
            <a:r>
              <a:rPr sz="1800"/>
              <a:t>Produkt kann individuell sein</a:t>
            </a:r>
          </a:p>
          <a:p>
            <a:pPr/>
            <a:r>
              <a:rPr sz="1800"/>
              <a:t>+ wenig Bestand</a:t>
            </a:r>
          </a:p>
          <a:p>
            <a:pPr/>
            <a:r>
              <a:rPr sz="1800"/>
              <a:t>– Kunde muss warten</a:t>
            </a:r>
          </a:p>
        </p:txBody>
      </p:sp>
      <p:sp>
        <p:nvSpPr>
          <p:cNvPr id="4" name="Title 3"/>
          <p:cNvSpPr>
            <a:spLocks noGrp="1"/>
          </p:cNvSpPr>
          <p:nvPr>
            <p:ph type="title"/>
          </p:nvPr>
        </p:nvSpPr>
        <p:spPr/>
        <p:txBody>
          <a:bodyPr/>
          <a:lstStyle/>
          <a:p>
            <a:r>
              <a:t>Programmplanung: Lager- oder Kundenauftragsfertigung?</a:t>
            </a:r>
          </a:p>
        </p:txBody>
      </p:sp>
      <p:sp>
        <p:nvSpPr>
          <p:cNvPr id="5" name="TextBox 4"/>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 Kappauf et al. (2017), Kap. 4.4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passiert beim MRP-Lauf?</a:t>
            </a:r>
          </a:p>
        </p:txBody>
      </p:sp>
      <p:sp>
        <p:nvSpPr>
          <p:cNvPr id="3" name="Content Placeholder 2"/>
          <p:cNvSpPr>
            <a:spLocks noGrp="1"/>
          </p:cNvSpPr>
          <p:nvPr>
            <p:ph idx="1"/>
          </p:nvPr>
        </p:nvSpPr>
        <p:spPr/>
        <p:txBody>
          <a:bodyPr/>
          <a:lstStyle/>
          <a:p>
            <a:pPr/>
            <a:r>
              <a:rPr sz="1800"/>
              <a:t>Das System geht für jedes Material diese Schritte durch:</a:t>
            </a:r>
          </a:p>
          <a:p>
            <a:pPr lvl="2"/>
            <a:r>
              <a:rPr sz="1800"/>
              <a:t>1. Prüfen, welche Materialien sich geändert haben</a:t>
            </a:r>
          </a:p>
          <a:p>
            <a:pPr lvl="2"/>
            <a:r>
              <a:rPr sz="1800"/>
              <a:t>2. Nettobedarf berechnen (Bedarf – Bestand – Zugänge)</a:t>
            </a:r>
          </a:p>
          <a:p>
            <a:pPr lvl="2"/>
            <a:r>
              <a:rPr sz="1800"/>
              <a:t>3. Losgröße bestimmen</a:t>
            </a:r>
          </a:p>
          <a:p>
            <a:pPr lvl="2"/>
            <a:r>
              <a:rPr sz="1800"/>
              <a:t>4. Termine berechnen</a:t>
            </a:r>
          </a:p>
          <a:p>
            <a:pPr lvl="2"/>
            <a:r>
              <a:rPr sz="1800"/>
              <a:t>5. Vorschlag erzeugen: Planauftrag oder Bestellanforderung</a:t>
            </a:r>
          </a:p>
          <a:p>
            <a:pPr lvl="2"/>
            <a:r>
              <a:rPr sz="1800"/>
              <a:t>6. Stückliste auflösen → Bedarf für die Teile (nächste Stufe)</a:t>
            </a:r>
          </a:p>
          <a:p>
            <a:pPr lvl="2"/>
            <a:r>
              <a:rPr sz="1800"/>
              <a:t>7. Bei Problemen: Meldung an den Disponenten</a:t>
            </a:r>
          </a:p>
        </p:txBody>
      </p:sp>
      <p:sp>
        <p:nvSpPr>
          <p:cNvPr id="4" name="TextBox 3"/>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 Kappauf et al. (2017), Kap. 4.5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Kleine Aufgabe: Wie viele Pedale muss Global Bike bestellen?</a:t>
            </a:r>
          </a:p>
        </p:txBody>
      </p:sp>
      <p:sp>
        <p:nvSpPr>
          <p:cNvPr id="3" name="Content Placeholder 2"/>
          <p:cNvSpPr>
            <a:spLocks noGrp="1"/>
          </p:cNvSpPr>
          <p:nvPr>
            <p:ph idx="1"/>
          </p:nvPr>
        </p:nvSpPr>
        <p:spPr/>
        <p:txBody>
          <a:bodyPr/>
          <a:lstStyle/>
          <a:p>
            <a:pPr/>
            <a:r>
              <a:rPr sz="2000"/>
              <a:t>Gegeben:</a:t>
            </a:r>
          </a:p>
          <a:p>
            <a:pPr lvl="2"/>
            <a:r>
              <a:rPr sz="2000"/>
              <a:t>Kundenbedarf: 100 Fahrräder</a:t>
            </a:r>
          </a:p>
          <a:p>
            <a:pPr lvl="2"/>
            <a:r>
              <a:rPr sz="2000"/>
              <a:t>Im Lager: 20 Fahrräder</a:t>
            </a:r>
          </a:p>
          <a:p>
            <a:pPr lvl="2"/>
            <a:r>
              <a:rPr sz="2000"/>
              <a:t>Jedes Fahrrad braucht 2 Pedale</a:t>
            </a:r>
          </a:p>
          <a:p>
            <a:pPr lvl="2"/>
            <a:r>
              <a:rPr sz="2000"/>
              <a:t>Im Lager: 40 Pedale</a:t>
            </a:r>
          </a:p>
          <a:p>
            <a:pPr lvl="2"/>
            <a:r>
              <a:rPr sz="2000"/>
              <a:t>Schon bestellt: 20 Pedale</a:t>
            </a:r>
          </a:p>
          <a:p>
            <a:pPr/>
            <a:r>
              <a:rPr b="1" sz="2000">
                <a:solidFill>
                  <a:srgbClr val="00008C"/>
                </a:solidFill>
              </a:rPr>
              <a:t>Was meinen Sie?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Lösung</a:t>
            </a:r>
          </a:p>
        </p:txBody>
      </p:sp>
      <p:graphicFrame>
        <p:nvGraphicFramePr>
          <p:cNvPr id="3" name="Table 2"/>
          <p:cNvGraphicFramePr>
            <a:graphicFrameLocks noGrp="1"/>
          </p:cNvGraphicFramePr>
          <p:nvPr/>
        </p:nvGraphicFramePr>
        <p:xfrm>
          <a:off x="612648" y="1645920"/>
          <a:ext cx="10972800" cy="2743200"/>
        </p:xfrm>
        <a:graphic>
          <a:graphicData uri="http://schemas.openxmlformats.org/drawingml/2006/table">
            <a:tbl>
              <a:tblPr firstRow="0" bandRow="0">
                <a:tableStyleId>{5C22544A-7EE6-4342-B048-85BDC9FD1C3A}</a:tableStyleId>
              </a:tblPr>
              <a:tblGrid>
                <a:gridCol w="3657600"/>
                <a:gridCol w="3200400"/>
                <a:gridCol w="4114800"/>
              </a:tblGrid>
              <a:tr h="685800">
                <a:tc>
                  <a:txBody>
                    <a:bodyPr wrap="square"/>
                    <a:lstStyle/>
                    <a:p>
                      <a:pPr algn="l">
                        <a:spcAft>
                          <a:spcPts val="0"/>
                        </a:spcAft>
                      </a:pPr>
                      <a:r>
                        <a:rPr sz="1800" b="1" i="0">
                          <a:solidFill>
                            <a:srgbClr val="FFFFFF"/>
                          </a:solidFill>
                        </a:rPr>
                        <a:t>Schritt</a:t>
                      </a:r>
                    </a:p>
                  </a:txBody>
                  <a:tcPr marL="91440" marR="91440" anchor="ctr">
                    <a:solidFill>
                      <a:srgbClr val="00008C"/>
                    </a:solidFill>
                  </a:tcPr>
                </a:tc>
                <a:tc>
                  <a:txBody>
                    <a:bodyPr wrap="square"/>
                    <a:lstStyle/>
                    <a:p>
                      <a:pPr algn="l">
                        <a:spcAft>
                          <a:spcPts val="0"/>
                        </a:spcAft>
                      </a:pPr>
                      <a:r>
                        <a:rPr sz="1800" b="1" i="0">
                          <a:solidFill>
                            <a:srgbClr val="FFFFFF"/>
                          </a:solidFill>
                        </a:rPr>
                        <a:t>Rechnung</a:t>
                      </a:r>
                    </a:p>
                  </a:txBody>
                  <a:tcPr marL="91440" marR="91440" anchor="ctr">
                    <a:solidFill>
                      <a:srgbClr val="00008C"/>
                    </a:solidFill>
                  </a:tcPr>
                </a:tc>
                <a:tc>
                  <a:txBody>
                    <a:bodyPr wrap="square"/>
                    <a:lstStyle/>
                    <a:p>
                      <a:pPr algn="l">
                        <a:spcAft>
                          <a:spcPts val="0"/>
                        </a:spcAft>
                      </a:pPr>
                      <a:r>
                        <a:rPr sz="1800" b="1" i="0">
                          <a:solidFill>
                            <a:srgbClr val="FFFFFF"/>
                          </a:solidFill>
                        </a:rPr>
                        <a:t>Ergebnis</a:t>
                      </a:r>
                    </a:p>
                  </a:txBody>
                  <a:tcPr marL="91440" marR="91440" anchor="ctr">
                    <a:solidFill>
                      <a:srgbClr val="00008C"/>
                    </a:solidFill>
                  </a:tcPr>
                </a:tc>
              </a:tr>
              <a:tr h="685800">
                <a:tc>
                  <a:txBody>
                    <a:bodyPr wrap="square"/>
                    <a:lstStyle/>
                    <a:p>
                      <a:pPr algn="l">
                        <a:spcAft>
                          <a:spcPts val="0"/>
                        </a:spcAft>
                      </a:pPr>
                      <a:r>
                        <a:rPr sz="1800" b="1" i="0">
                          <a:solidFill>
                            <a:srgbClr val="1E1E28"/>
                          </a:solidFill>
                        </a:rPr>
                        <a:t>Fahrräder: Nettobedarf</a:t>
                      </a:r>
                    </a:p>
                  </a:txBody>
                  <a:tcPr marL="91440" marR="91440" anchor="ctr">
                    <a:solidFill>
                      <a:srgbClr val="FFFFFF"/>
                    </a:solidFill>
                  </a:tcPr>
                </a:tc>
                <a:tc>
                  <a:txBody>
                    <a:bodyPr wrap="square"/>
                    <a:lstStyle/>
                    <a:p>
                      <a:pPr algn="l">
                        <a:spcAft>
                          <a:spcPts val="0"/>
                        </a:spcAft>
                      </a:pPr>
                      <a:r>
                        <a:rPr sz="1800" b="0" i="0">
                          <a:solidFill>
                            <a:srgbClr val="1E1E28"/>
                          </a:solidFill>
                        </a:rPr>
                        <a:t>100 – 20</a:t>
                      </a:r>
                    </a:p>
                  </a:txBody>
                  <a:tcPr marL="91440" marR="91440" anchor="ctr">
                    <a:solidFill>
                      <a:srgbClr val="FFFFFF"/>
                    </a:solidFill>
                  </a:tcPr>
                </a:tc>
                <a:tc>
                  <a:txBody>
                    <a:bodyPr wrap="square"/>
                    <a:lstStyle/>
                    <a:p>
                      <a:pPr algn="l">
                        <a:spcAft>
                          <a:spcPts val="0"/>
                        </a:spcAft>
                      </a:pPr>
                      <a:r>
                        <a:rPr sz="1800" b="0" i="0">
                          <a:solidFill>
                            <a:srgbClr val="1E1E28"/>
                          </a:solidFill>
                        </a:rPr>
                        <a:t>80 Fahrräder → Planauftrag</a:t>
                      </a:r>
                    </a:p>
                  </a:txBody>
                  <a:tcPr marL="91440" marR="91440" anchor="ctr">
                    <a:solidFill>
                      <a:srgbClr val="FFFFFF"/>
                    </a:solidFill>
                  </a:tcPr>
                </a:tc>
              </a:tr>
              <a:tr h="685800">
                <a:tc>
                  <a:txBody>
                    <a:bodyPr wrap="square"/>
                    <a:lstStyle/>
                    <a:p>
                      <a:pPr algn="l">
                        <a:spcAft>
                          <a:spcPts val="0"/>
                        </a:spcAft>
                      </a:pPr>
                      <a:r>
                        <a:rPr sz="1800" b="1" i="0">
                          <a:solidFill>
                            <a:srgbClr val="1E1E28"/>
                          </a:solidFill>
                        </a:rPr>
                        <a:t>Stückliste auflösen</a:t>
                      </a:r>
                    </a:p>
                  </a:txBody>
                  <a:tcPr marL="91440" marR="91440" anchor="ctr">
                    <a:solidFill>
                      <a:srgbClr val="E8E8F5"/>
                    </a:solidFill>
                  </a:tcPr>
                </a:tc>
                <a:tc>
                  <a:txBody>
                    <a:bodyPr wrap="square"/>
                    <a:lstStyle/>
                    <a:p>
                      <a:pPr algn="l">
                        <a:spcAft>
                          <a:spcPts val="0"/>
                        </a:spcAft>
                      </a:pPr>
                      <a:r>
                        <a:rPr sz="1800" b="0" i="0">
                          <a:solidFill>
                            <a:srgbClr val="1E1E28"/>
                          </a:solidFill>
                        </a:rPr>
                        <a:t>80 × 2</a:t>
                      </a:r>
                    </a:p>
                  </a:txBody>
                  <a:tcPr marL="91440" marR="91440" anchor="ctr">
                    <a:solidFill>
                      <a:srgbClr val="E8E8F5"/>
                    </a:solidFill>
                  </a:tcPr>
                </a:tc>
                <a:tc>
                  <a:txBody>
                    <a:bodyPr wrap="square"/>
                    <a:lstStyle/>
                    <a:p>
                      <a:pPr algn="l">
                        <a:spcAft>
                          <a:spcPts val="0"/>
                        </a:spcAft>
                      </a:pPr>
                      <a:r>
                        <a:rPr sz="1800" b="0" i="0">
                          <a:solidFill>
                            <a:srgbClr val="1E1E28"/>
                          </a:solidFill>
                        </a:rPr>
                        <a:t>160 Pedale</a:t>
                      </a:r>
                    </a:p>
                  </a:txBody>
                  <a:tcPr marL="91440" marR="91440" anchor="ctr">
                    <a:solidFill>
                      <a:srgbClr val="E8E8F5"/>
                    </a:solidFill>
                  </a:tcPr>
                </a:tc>
              </a:tr>
              <a:tr h="685800">
                <a:tc>
                  <a:txBody>
                    <a:bodyPr wrap="square"/>
                    <a:lstStyle/>
                    <a:p>
                      <a:pPr algn="l">
                        <a:spcAft>
                          <a:spcPts val="0"/>
                        </a:spcAft>
                      </a:pPr>
                      <a:r>
                        <a:rPr sz="1800" b="1" i="0">
                          <a:solidFill>
                            <a:srgbClr val="1E1E28"/>
                          </a:solidFill>
                        </a:rPr>
                        <a:t>Pedale: Nettobedarf</a:t>
                      </a:r>
                    </a:p>
                  </a:txBody>
                  <a:tcPr marL="91440" marR="91440" anchor="ctr">
                    <a:solidFill>
                      <a:srgbClr val="FFFFFF"/>
                    </a:solidFill>
                  </a:tcPr>
                </a:tc>
                <a:tc>
                  <a:txBody>
                    <a:bodyPr wrap="square"/>
                    <a:lstStyle/>
                    <a:p>
                      <a:pPr algn="l">
                        <a:spcAft>
                          <a:spcPts val="0"/>
                        </a:spcAft>
                      </a:pPr>
                      <a:r>
                        <a:rPr sz="1800" b="0" i="0">
                          <a:solidFill>
                            <a:srgbClr val="1E1E28"/>
                          </a:solidFill>
                        </a:rPr>
                        <a:t>160 – 40 – 20</a:t>
                      </a:r>
                    </a:p>
                  </a:txBody>
                  <a:tcPr marL="91440" marR="91440" anchor="ctr">
                    <a:solidFill>
                      <a:srgbClr val="FFFFFF"/>
                    </a:solidFill>
                  </a:tcPr>
                </a:tc>
                <a:tc>
                  <a:txBody>
                    <a:bodyPr wrap="square"/>
                    <a:lstStyle/>
                    <a:p>
                      <a:pPr algn="l">
                        <a:spcAft>
                          <a:spcPts val="0"/>
                        </a:spcAft>
                      </a:pPr>
                      <a:r>
                        <a:rPr sz="1800" b="0" i="0">
                          <a:solidFill>
                            <a:srgbClr val="1E1E28"/>
                          </a:solidFill>
                        </a:rPr>
                        <a:t>100 Pedale → Bestellanforderung</a:t>
                      </a:r>
                    </a:p>
                  </a:txBody>
                  <a:tcPr marL="91440" marR="91440" anchor="ctr">
                    <a:solidFill>
                      <a:srgbClr val="FFFFFF"/>
                    </a:solidFill>
                  </a:tcPr>
                </a:tc>
              </a:tr>
            </a:tbl>
          </a:graphicData>
        </a:graphic>
      </p:graphicFrame>
      <p:sp>
        <p:nvSpPr>
          <p:cNvPr id="4" name="TextBox 3"/>
          <p:cNvSpPr txBox="1"/>
          <p:nvPr/>
        </p:nvSpPr>
        <p:spPr>
          <a:xfrm>
            <a:off x="612648" y="4572000"/>
            <a:ext cx="10972800" cy="731520"/>
          </a:xfrm>
          <a:prstGeom prst="rect">
            <a:avLst/>
          </a:prstGeom>
          <a:noFill/>
        </p:spPr>
        <p:txBody>
          <a:bodyPr wrap="square" lIns="0" rIns="0" tIns="0" bIns="0" anchor="t"/>
          <a:lstStyle/>
          <a:p>
            <a:pPr algn="l">
              <a:spcAft>
                <a:spcPts val="400"/>
              </a:spcAft>
            </a:pPr>
            <a:r>
              <a:rPr sz="1800" b="0" i="0">
                <a:solidFill>
                  <a:srgbClr val="1E1E28"/>
                </a:solidFill>
              </a:rPr>
              <a:t>So rechnet MRP: erst das Endprodukt, dann die Teile – Stufe für Stufe.</a:t>
            </a:r>
          </a:p>
        </p:txBody>
      </p:sp>
      <p:sp>
        <p:nvSpPr>
          <p:cNvPr id="5" name="TextBox 4"/>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Vereinfachtes Beispiel in Anlehnung an Kappauf et al. (2017), Kap. 4.5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Dispositionsverfahren</a:t>
            </a:r>
          </a:p>
        </p:txBody>
      </p:sp>
      <p:sp>
        <p:nvSpPr>
          <p:cNvPr id="3" name="TextBox 2"/>
          <p:cNvSpPr txBox="1"/>
          <p:nvPr/>
        </p:nvSpPr>
        <p:spPr>
          <a:xfrm>
            <a:off x="612648" y="1600200"/>
            <a:ext cx="5120640" cy="4023360"/>
          </a:xfrm>
          <a:prstGeom prst="rect">
            <a:avLst/>
          </a:prstGeom>
          <a:noFill/>
        </p:spPr>
        <p:txBody>
          <a:bodyPr wrap="square" lIns="0" rIns="0" tIns="0" bIns="0" anchor="t"/>
          <a:lstStyle/>
          <a:p>
            <a:pPr algn="l">
              <a:spcAft>
                <a:spcPts val="700"/>
              </a:spcAft>
            </a:pPr>
            <a:r>
              <a:rPr sz="1700" b="1" i="0">
                <a:solidFill>
                  <a:srgbClr val="00008C"/>
                </a:solidFill>
              </a:rPr>
              <a:t>Plangesteuert</a:t>
            </a:r>
          </a:p>
          <a:p>
            <a:pPr algn="l" marL="219456" indent="-219456">
              <a:spcAft>
                <a:spcPts val="700"/>
              </a:spcAft>
              <a:buFont typeface="Arial"/>
              <a:buChar char="•"/>
            </a:pPr>
            <a:r>
              <a:rPr sz="1700" b="0" i="0">
                <a:solidFill>
                  <a:srgbClr val="1E1E28"/>
                </a:solidFill>
              </a:rPr>
              <a:t>plant mit Bedarfen in der Zukunft (Aufträge, Planung)</a:t>
            </a:r>
          </a:p>
          <a:p>
            <a:pPr algn="l" marL="219456" indent="-219456">
              <a:spcAft>
                <a:spcPts val="700"/>
              </a:spcAft>
              <a:buFont typeface="Arial"/>
              <a:buChar char="•"/>
            </a:pPr>
            <a:r>
              <a:rPr sz="1700" b="0" i="0">
                <a:solidFill>
                  <a:srgbClr val="1E1E28"/>
                </a:solidFill>
              </a:rPr>
              <a:t>für wichtige und teure Teile</a:t>
            </a:r>
          </a:p>
          <a:p>
            <a:pPr algn="l">
              <a:spcAft>
                <a:spcPts val="700"/>
              </a:spcAft>
            </a:pPr>
            <a:r>
              <a:rPr sz="1700" b="1" i="0">
                <a:solidFill>
                  <a:srgbClr val="00008C"/>
                </a:solidFill>
              </a:rPr>
              <a:t>Verbrauchsgesteuert</a:t>
            </a:r>
          </a:p>
          <a:p>
            <a:pPr algn="l" marL="219456" indent="-219456">
              <a:spcAft>
                <a:spcPts val="700"/>
              </a:spcAft>
              <a:buFont typeface="Arial"/>
              <a:buChar char="•"/>
            </a:pPr>
            <a:r>
              <a:rPr sz="1700" b="0" i="0">
                <a:solidFill>
                  <a:srgbClr val="1E1E28"/>
                </a:solidFill>
              </a:rPr>
              <a:t>plant mit dem Verbrauch aus der Vergangenheit</a:t>
            </a:r>
          </a:p>
          <a:p>
            <a:pPr algn="l" marL="219456" indent="-219456">
              <a:spcAft>
                <a:spcPts val="700"/>
              </a:spcAft>
              <a:buFont typeface="Arial"/>
              <a:buChar char="•"/>
            </a:pPr>
            <a:r>
              <a:rPr sz="1700" b="0" i="0">
                <a:solidFill>
                  <a:srgbClr val="1E1E28"/>
                </a:solidFill>
              </a:rPr>
              <a:t>z. B. Bestellpunktverfahren</a:t>
            </a:r>
          </a:p>
          <a:p>
            <a:pPr algn="l" marL="219456" indent="-219456">
              <a:spcAft>
                <a:spcPts val="700"/>
              </a:spcAft>
              <a:buFont typeface="Arial"/>
              <a:buChar char="•"/>
            </a:pPr>
            <a:r>
              <a:rPr sz="1700" b="0" i="0">
                <a:solidFill>
                  <a:srgbClr val="1E1E28"/>
                </a:solidFill>
              </a:rPr>
              <a:t>für günstige Kleinteile wie Schrauben</a:t>
            </a:r>
          </a:p>
        </p:txBody>
      </p:sp>
      <p:graphicFrame>
        <p:nvGraphicFramePr>
          <p:cNvPr id="4" name="Chart 3"/>
          <p:cNvGraphicFramePr>
            <a:graphicFrameLocks noGrp="1"/>
          </p:cNvGraphicFramePr>
          <p:nvPr/>
        </p:nvGraphicFramePr>
        <p:xfrm>
          <a:off x="5943600" y="1554480"/>
          <a:ext cx="5641848" cy="4023360"/>
        </p:xfrm>
        <a:graphic>
          <a:graphicData uri="http://schemas.openxmlformats.org/drawingml/2006/chart">
            <c:chart xmlns:c="http://schemas.openxmlformats.org/drawingml/2006/chart" r:id="rId2"/>
          </a:graphicData>
        </a:graphic>
      </p:graphicFrame>
      <p:sp>
        <p:nvSpPr>
          <p:cNvPr id="5" name="TextBox 4"/>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 Kappauf et al. (2017), Kap. 4.5; Diagramm: eigenes Zahlenbeispiel (x-Achse: Tage)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Losgrößen: Wie viel auf einmal?</a:t>
            </a:r>
          </a:p>
        </p:txBody>
      </p:sp>
      <p:sp>
        <p:nvSpPr>
          <p:cNvPr id="3" name="Content Placeholder 2"/>
          <p:cNvSpPr>
            <a:spLocks noGrp="1"/>
          </p:cNvSpPr>
          <p:nvPr>
            <p:ph idx="1"/>
          </p:nvPr>
        </p:nvSpPr>
        <p:spPr/>
        <p:txBody>
          <a:bodyPr/>
          <a:lstStyle/>
          <a:p>
            <a:pPr lvl="2"/>
            <a:r>
              <a:rPr b="1" sz="2000"/>
              <a:t>Statisch: </a:t>
            </a:r>
            <a:r>
              <a:rPr sz="2000"/>
              <a:t>feste Regel, z. B. genau den Nettobedarf oder immer die gleiche Menge</a:t>
            </a:r>
          </a:p>
          <a:p>
            <a:pPr lvl="2"/>
            <a:r>
              <a:rPr b="1" sz="2000"/>
              <a:t>Periodisch: </a:t>
            </a:r>
            <a:r>
              <a:rPr sz="2000"/>
              <a:t>alle Bedarfe eines Tages, einer Woche oder eines Monats zusammen</a:t>
            </a:r>
          </a:p>
          <a:p>
            <a:pPr lvl="2"/>
            <a:r>
              <a:rPr b="1" sz="2000"/>
              <a:t>Optimierend: </a:t>
            </a:r>
            <a:r>
              <a:rPr sz="2000"/>
              <a:t>sucht die günstigste Menge – Rüst- bzw. Bestellkosten gegen Lagerkosten</a:t>
            </a:r>
          </a:p>
          <a:p>
            <a:pPr/>
            <a:r>
              <a:rPr sz="2000"/>
              <a:t>Große Lose sparen Rüstkosten, kleine Lose sparen Lagerkosten.</a:t>
            </a:r>
          </a:p>
        </p:txBody>
      </p:sp>
      <p:sp>
        <p:nvSpPr>
          <p:cNvPr id="4" name="TextBox 3"/>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Quellen: Kappauf et al. (2017), Kap. 4.5; SAP AG (o. J.a, o. J.b)</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sz="half"/>
          </p:nvPr>
        </p:nvSpPr>
        <p:spPr/>
        <p:txBody>
          <a:bodyPr/>
          <a:lstStyle/>
          <a:p>
            <a:pPr/>
            <a:r>
              <a:rPr b="1" sz="1700">
                <a:solidFill>
                  <a:srgbClr val="00008C"/>
                </a:solidFill>
              </a:rPr>
              <a:t>Ablauf</a:t>
            </a:r>
          </a:p>
          <a:p>
            <a:pPr lvl="2"/>
            <a:r>
              <a:rPr sz="1700"/>
              <a:t>1. Eröffnen: aus dem Planauftrag, Termine, Teile reservieren</a:t>
            </a:r>
          </a:p>
          <a:p>
            <a:pPr lvl="2"/>
            <a:r>
              <a:rPr sz="1700"/>
              <a:t>2. Freigeben: Papiere drucken</a:t>
            </a:r>
          </a:p>
          <a:p>
            <a:pPr lvl="2"/>
            <a:r>
              <a:rPr sz="1700"/>
              <a:t>3. Warenausgang: Teile aus dem Lager nehmen</a:t>
            </a:r>
          </a:p>
          <a:p>
            <a:pPr lvl="2"/>
            <a:r>
              <a:rPr sz="1700"/>
              <a:t>4. Rückmelden: Zeiten und Mengen</a:t>
            </a:r>
          </a:p>
          <a:p>
            <a:pPr lvl="2"/>
            <a:r>
              <a:rPr sz="1700"/>
              <a:t>5. Wareneingang: fertige Produkte ins Lager</a:t>
            </a:r>
          </a:p>
          <a:p>
            <a:pPr lvl="2"/>
            <a:r>
              <a:rPr sz="1700"/>
              <a:t>6. Abrechnen und abschließen</a:t>
            </a:r>
          </a:p>
        </p:txBody>
      </p:sp>
      <p:sp>
        <p:nvSpPr>
          <p:cNvPr id="3" name="Content Placeholder 2"/>
          <p:cNvSpPr>
            <a:spLocks noGrp="1"/>
          </p:cNvSpPr>
          <p:nvPr>
            <p:ph idx="2" sz="half"/>
          </p:nvPr>
        </p:nvSpPr>
        <p:spPr/>
        <p:txBody>
          <a:bodyPr/>
          <a:lstStyle/>
          <a:p>
            <a:pPr/>
            <a:r>
              <a:rPr b="1" sz="1700">
                <a:solidFill>
                  <a:srgbClr val="00008C"/>
                </a:solidFill>
              </a:rPr>
              <a:t>Gut zu wissen</a:t>
            </a:r>
          </a:p>
          <a:p>
            <a:pPr lvl="2"/>
            <a:r>
              <a:rPr sz="1700"/>
              <a:t>Der Status zeigt, wo der Auftrag gerade steht.</a:t>
            </a:r>
          </a:p>
          <a:p>
            <a:pPr lvl="2"/>
            <a:r>
              <a:rPr sz="1700"/>
              <a:t>Erst nach der Freigabe sind Warenausgang, Rückmeldung und Wareneingang möglich.</a:t>
            </a:r>
          </a:p>
          <a:p>
            <a:pPr lvl="2"/>
            <a:r>
              <a:rPr sz="1700"/>
              <a:t>Warenausgang und Wareneingang beziehen sich auf den Auftrag bzw. die Reservierung.</a:t>
            </a:r>
          </a:p>
          <a:p>
            <a:pPr lvl="2"/>
            <a:r>
              <a:rPr sz="1700"/>
              <a:t>Jede Warenbewegung erzeugt auch einen Buchhaltungsbeleg.</a:t>
            </a:r>
          </a:p>
        </p:txBody>
      </p:sp>
      <p:sp>
        <p:nvSpPr>
          <p:cNvPr id="4" name="Title 3"/>
          <p:cNvSpPr>
            <a:spLocks noGrp="1"/>
          </p:cNvSpPr>
          <p:nvPr>
            <p:ph type="title"/>
          </p:nvPr>
        </p:nvSpPr>
        <p:spPr/>
        <p:txBody>
          <a:bodyPr/>
          <a:lstStyle/>
          <a:p>
            <a:r>
              <a:t>Der Fertigungsauftrag</a:t>
            </a:r>
          </a:p>
        </p:txBody>
      </p:sp>
      <p:sp>
        <p:nvSpPr>
          <p:cNvPr id="5" name="TextBox 4"/>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Quellen: Kappauf et al. (2017), Kap. 7.2.1; SAP SE (2026); SAP AG (o. J.c)</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Belegfluss</a:t>
            </a:r>
          </a:p>
        </p:txBody>
      </p:sp>
      <p:sp>
        <p:nvSpPr>
          <p:cNvPr id="3" name="Rectangle 2"/>
          <p:cNvSpPr/>
          <p:nvPr/>
        </p:nvSpPr>
        <p:spPr>
          <a:xfrm>
            <a:off x="612648" y="1737360"/>
            <a:ext cx="2194560" cy="777240"/>
          </a:xfrm>
          <a:prstGeom prst="rect">
            <a:avLst/>
          </a:prstGeom>
          <a:solidFill>
            <a:srgbClr val="00008C"/>
          </a:solidFill>
          <a:ln>
            <a:noFill/>
          </a:ln>
        </p:spPr>
        <p:txBody>
          <a:bodyPr rtlCol="0" anchor="ctr" lIns="137160" rIns="137160" tIns="54864" bIns="54864" wrap="square"/>
          <a:lstStyle/>
          <a:p>
            <a:pPr algn="ctr">
              <a:spcAft>
                <a:spcPts val="400"/>
              </a:spcAft>
            </a:pPr>
            <a:r>
              <a:rPr sz="1500" b="0" i="0">
                <a:solidFill>
                  <a:srgbClr val="FFFFFF"/>
                </a:solidFill>
              </a:rPr>
              <a:t>Planprimärbedarf</a:t>
            </a:r>
          </a:p>
        </p:txBody>
      </p:sp>
      <p:cxnSp>
        <p:nvCxnSpPr>
          <p:cNvPr id="4" name="Connector 3"/>
          <p:cNvCxnSpPr/>
          <p:nvPr/>
        </p:nvCxnSpPr>
        <p:spPr>
          <a:xfrm>
            <a:off x="2807208" y="2121408"/>
            <a:ext cx="548640" cy="0"/>
          </a:xfrm>
          <a:prstGeom prst="line">
            <a:avLst/>
          </a:prstGeom>
          <a:ln w="19050">
            <a:solidFill>
              <a:srgbClr val="5A5A6E"/>
            </a:solidFill>
            <a:tailEnd type="triangle" w="med" len="med"/>
          </a:ln>
        </p:spPr>
      </p:cxnSp>
      <p:sp>
        <p:nvSpPr>
          <p:cNvPr id="5" name="Rectangle 4"/>
          <p:cNvSpPr/>
          <p:nvPr/>
        </p:nvSpPr>
        <p:spPr>
          <a:xfrm>
            <a:off x="3355848" y="1737360"/>
            <a:ext cx="2194560" cy="777240"/>
          </a:xfrm>
          <a:prstGeom prst="rect">
            <a:avLst/>
          </a:prstGeom>
          <a:solidFill>
            <a:srgbClr val="00008C"/>
          </a:solidFill>
          <a:ln>
            <a:noFill/>
          </a:ln>
        </p:spPr>
        <p:txBody>
          <a:bodyPr rtlCol="0" anchor="ctr" lIns="137160" rIns="137160" tIns="54864" bIns="54864" wrap="square"/>
          <a:lstStyle/>
          <a:p>
            <a:pPr algn="ctr">
              <a:spcAft>
                <a:spcPts val="400"/>
              </a:spcAft>
            </a:pPr>
            <a:r>
              <a:rPr sz="1500" b="0" i="0">
                <a:solidFill>
                  <a:srgbClr val="FFFFFF"/>
                </a:solidFill>
              </a:rPr>
              <a:t>Planauftrag</a:t>
            </a:r>
          </a:p>
        </p:txBody>
      </p:sp>
      <p:cxnSp>
        <p:nvCxnSpPr>
          <p:cNvPr id="6" name="Connector 5"/>
          <p:cNvCxnSpPr/>
          <p:nvPr/>
        </p:nvCxnSpPr>
        <p:spPr>
          <a:xfrm>
            <a:off x="5550408" y="2121408"/>
            <a:ext cx="548640" cy="0"/>
          </a:xfrm>
          <a:prstGeom prst="line">
            <a:avLst/>
          </a:prstGeom>
          <a:ln w="19050">
            <a:solidFill>
              <a:srgbClr val="5A5A6E"/>
            </a:solidFill>
            <a:tailEnd type="triangle" w="med" len="med"/>
          </a:ln>
        </p:spPr>
      </p:cxnSp>
      <p:sp>
        <p:nvSpPr>
          <p:cNvPr id="7" name="Rectangle 6"/>
          <p:cNvSpPr/>
          <p:nvPr/>
        </p:nvSpPr>
        <p:spPr>
          <a:xfrm>
            <a:off x="6099048" y="1737360"/>
            <a:ext cx="2194560" cy="777240"/>
          </a:xfrm>
          <a:prstGeom prst="rect">
            <a:avLst/>
          </a:prstGeom>
          <a:solidFill>
            <a:srgbClr val="00008C"/>
          </a:solidFill>
          <a:ln>
            <a:noFill/>
          </a:ln>
        </p:spPr>
        <p:txBody>
          <a:bodyPr rtlCol="0" anchor="ctr" lIns="137160" rIns="137160" tIns="54864" bIns="54864" wrap="square"/>
          <a:lstStyle/>
          <a:p>
            <a:pPr algn="ctr">
              <a:spcAft>
                <a:spcPts val="400"/>
              </a:spcAft>
            </a:pPr>
            <a:r>
              <a:rPr sz="1500" b="0" i="0">
                <a:solidFill>
                  <a:srgbClr val="FFFFFF"/>
                </a:solidFill>
              </a:rPr>
              <a:t>Fertigungsauftrag</a:t>
            </a:r>
          </a:p>
        </p:txBody>
      </p:sp>
      <p:cxnSp>
        <p:nvCxnSpPr>
          <p:cNvPr id="8" name="Connector 7"/>
          <p:cNvCxnSpPr/>
          <p:nvPr/>
        </p:nvCxnSpPr>
        <p:spPr>
          <a:xfrm>
            <a:off x="8293608" y="2121408"/>
            <a:ext cx="548640" cy="0"/>
          </a:xfrm>
          <a:prstGeom prst="line">
            <a:avLst/>
          </a:prstGeom>
          <a:ln w="19050">
            <a:solidFill>
              <a:srgbClr val="5A5A6E"/>
            </a:solidFill>
            <a:tailEnd type="triangle" w="med" len="med"/>
          </a:ln>
        </p:spPr>
      </p:cxnSp>
      <p:sp>
        <p:nvSpPr>
          <p:cNvPr id="9" name="Rectangle 8"/>
          <p:cNvSpPr/>
          <p:nvPr/>
        </p:nvSpPr>
        <p:spPr>
          <a:xfrm>
            <a:off x="8842248" y="1737360"/>
            <a:ext cx="2194560" cy="777240"/>
          </a:xfrm>
          <a:prstGeom prst="rect">
            <a:avLst/>
          </a:prstGeom>
          <a:solidFill>
            <a:srgbClr val="00008C"/>
          </a:solidFill>
          <a:ln>
            <a:noFill/>
          </a:ln>
        </p:spPr>
        <p:txBody>
          <a:bodyPr rtlCol="0" anchor="ctr" lIns="137160" rIns="137160" tIns="54864" bIns="54864" wrap="square"/>
          <a:lstStyle/>
          <a:p>
            <a:pPr algn="ctr">
              <a:spcAft>
                <a:spcPts val="400"/>
              </a:spcAft>
            </a:pPr>
            <a:r>
              <a:rPr sz="1500" b="0" i="0">
                <a:solidFill>
                  <a:srgbClr val="FFFFFF"/>
                </a:solidFill>
              </a:rPr>
              <a:t>Rückmeldung</a:t>
            </a:r>
          </a:p>
        </p:txBody>
      </p:sp>
      <p:sp>
        <p:nvSpPr>
          <p:cNvPr id="10" name="Rectangle 9"/>
          <p:cNvSpPr/>
          <p:nvPr/>
        </p:nvSpPr>
        <p:spPr>
          <a:xfrm>
            <a:off x="612648" y="3246120"/>
            <a:ext cx="2194560" cy="777240"/>
          </a:xfrm>
          <a:prstGeom prst="rect">
            <a:avLst/>
          </a:prstGeom>
          <a:solidFill>
            <a:srgbClr val="E8E8F5"/>
          </a:solidFill>
          <a:ln>
            <a:noFill/>
          </a:ln>
        </p:spPr>
        <p:txBody>
          <a:bodyPr rtlCol="0" anchor="ctr" lIns="137160" rIns="137160" tIns="54864" bIns="54864" wrap="square"/>
          <a:lstStyle/>
          <a:p>
            <a:pPr algn="ctr">
              <a:spcAft>
                <a:spcPts val="400"/>
              </a:spcAft>
            </a:pPr>
            <a:r>
              <a:rPr sz="1500" b="0" i="0">
                <a:solidFill>
                  <a:srgbClr val="1E1E28"/>
                </a:solidFill>
              </a:rPr>
              <a:t>Bestellanforderung</a:t>
            </a:r>
          </a:p>
        </p:txBody>
      </p:sp>
      <p:sp>
        <p:nvSpPr>
          <p:cNvPr id="11" name="Rectangle 10"/>
          <p:cNvSpPr/>
          <p:nvPr/>
        </p:nvSpPr>
        <p:spPr>
          <a:xfrm>
            <a:off x="3355848" y="3246120"/>
            <a:ext cx="2194560" cy="777240"/>
          </a:xfrm>
          <a:prstGeom prst="rect">
            <a:avLst/>
          </a:prstGeom>
          <a:solidFill>
            <a:srgbClr val="E8E8F5"/>
          </a:solidFill>
          <a:ln>
            <a:noFill/>
          </a:ln>
        </p:spPr>
        <p:txBody>
          <a:bodyPr rtlCol="0" anchor="ctr" lIns="137160" rIns="137160" tIns="54864" bIns="54864" wrap="square"/>
          <a:lstStyle/>
          <a:p>
            <a:pPr algn="ctr">
              <a:spcAft>
                <a:spcPts val="400"/>
              </a:spcAft>
            </a:pPr>
            <a:r>
              <a:rPr sz="1500" b="0" i="0">
                <a:solidFill>
                  <a:srgbClr val="1E1E28"/>
                </a:solidFill>
              </a:rPr>
              <a:t>Reservierung</a:t>
            </a:r>
          </a:p>
        </p:txBody>
      </p:sp>
      <p:sp>
        <p:nvSpPr>
          <p:cNvPr id="12" name="Rectangle 11"/>
          <p:cNvSpPr/>
          <p:nvPr/>
        </p:nvSpPr>
        <p:spPr>
          <a:xfrm>
            <a:off x="6099048" y="3246120"/>
            <a:ext cx="2194560" cy="777240"/>
          </a:xfrm>
          <a:prstGeom prst="rect">
            <a:avLst/>
          </a:prstGeom>
          <a:solidFill>
            <a:srgbClr val="E8E8F5"/>
          </a:solidFill>
          <a:ln>
            <a:noFill/>
          </a:ln>
        </p:spPr>
        <p:txBody>
          <a:bodyPr rtlCol="0" anchor="ctr" lIns="137160" rIns="137160" tIns="54864" bIns="54864" wrap="square"/>
          <a:lstStyle/>
          <a:p>
            <a:pPr algn="ctr">
              <a:spcAft>
                <a:spcPts val="400"/>
              </a:spcAft>
            </a:pPr>
            <a:r>
              <a:rPr sz="1500" b="0" i="0">
                <a:solidFill>
                  <a:srgbClr val="1E1E28"/>
                </a:solidFill>
              </a:rPr>
              <a:t>Materialbeleg WA</a:t>
            </a:r>
          </a:p>
        </p:txBody>
      </p:sp>
      <p:sp>
        <p:nvSpPr>
          <p:cNvPr id="13" name="Rectangle 12"/>
          <p:cNvSpPr/>
          <p:nvPr/>
        </p:nvSpPr>
        <p:spPr>
          <a:xfrm>
            <a:off x="8842248" y="3246120"/>
            <a:ext cx="2194560" cy="777240"/>
          </a:xfrm>
          <a:prstGeom prst="rect">
            <a:avLst/>
          </a:prstGeom>
          <a:solidFill>
            <a:srgbClr val="E8E8F5"/>
          </a:solidFill>
          <a:ln>
            <a:noFill/>
          </a:ln>
        </p:spPr>
        <p:txBody>
          <a:bodyPr rtlCol="0" anchor="ctr" lIns="137160" rIns="137160" tIns="54864" bIns="54864" wrap="square"/>
          <a:lstStyle/>
          <a:p>
            <a:pPr algn="ctr">
              <a:spcAft>
                <a:spcPts val="400"/>
              </a:spcAft>
            </a:pPr>
            <a:r>
              <a:rPr sz="1500" b="0" i="0">
                <a:solidFill>
                  <a:srgbClr val="1E1E28"/>
                </a:solidFill>
              </a:rPr>
              <a:t>Materialbeleg WE</a:t>
            </a:r>
          </a:p>
        </p:txBody>
      </p:sp>
      <p:cxnSp>
        <p:nvCxnSpPr>
          <p:cNvPr id="14" name="Connector 13"/>
          <p:cNvCxnSpPr/>
          <p:nvPr/>
        </p:nvCxnSpPr>
        <p:spPr>
          <a:xfrm>
            <a:off x="4453128" y="2514600"/>
            <a:ext cx="0" cy="731520"/>
          </a:xfrm>
          <a:prstGeom prst="line">
            <a:avLst/>
          </a:prstGeom>
          <a:ln w="19050">
            <a:solidFill>
              <a:srgbClr val="5A5A6E"/>
            </a:solidFill>
            <a:tailEnd type="triangle" w="med" len="med"/>
          </a:ln>
        </p:spPr>
      </p:cxnSp>
      <p:cxnSp>
        <p:nvCxnSpPr>
          <p:cNvPr id="15" name="Connector 14"/>
          <p:cNvCxnSpPr/>
          <p:nvPr/>
        </p:nvCxnSpPr>
        <p:spPr>
          <a:xfrm>
            <a:off x="7196328" y="2514600"/>
            <a:ext cx="0" cy="731520"/>
          </a:xfrm>
          <a:prstGeom prst="line">
            <a:avLst/>
          </a:prstGeom>
          <a:ln w="19050">
            <a:solidFill>
              <a:srgbClr val="5A5A6E"/>
            </a:solidFill>
            <a:tailEnd type="triangle" w="med" len="med"/>
          </a:ln>
        </p:spPr>
      </p:cxnSp>
      <p:cxnSp>
        <p:nvCxnSpPr>
          <p:cNvPr id="16" name="Connector 15"/>
          <p:cNvCxnSpPr/>
          <p:nvPr/>
        </p:nvCxnSpPr>
        <p:spPr>
          <a:xfrm>
            <a:off x="8293608" y="3630168"/>
            <a:ext cx="548640" cy="0"/>
          </a:xfrm>
          <a:prstGeom prst="line">
            <a:avLst/>
          </a:prstGeom>
          <a:ln w="19050">
            <a:solidFill>
              <a:srgbClr val="5A5A6E"/>
            </a:solidFill>
            <a:tailEnd type="triangle" w="med" len="med"/>
          </a:ln>
        </p:spPr>
      </p:cxnSp>
      <p:cxnSp>
        <p:nvCxnSpPr>
          <p:cNvPr id="17" name="Connector 16"/>
          <p:cNvCxnSpPr/>
          <p:nvPr/>
        </p:nvCxnSpPr>
        <p:spPr>
          <a:xfrm>
            <a:off x="5550408" y="3630168"/>
            <a:ext cx="548640" cy="0"/>
          </a:xfrm>
          <a:prstGeom prst="line">
            <a:avLst/>
          </a:prstGeom>
          <a:ln w="19050">
            <a:solidFill>
              <a:srgbClr val="5A5A6E"/>
            </a:solidFill>
            <a:tailEnd type="triangle" w="med" len="med"/>
          </a:ln>
        </p:spPr>
      </p:cxnSp>
      <p:sp>
        <p:nvSpPr>
          <p:cNvPr id="18" name="Rectangle 17"/>
          <p:cNvSpPr/>
          <p:nvPr/>
        </p:nvSpPr>
        <p:spPr>
          <a:xfrm>
            <a:off x="6099048" y="4663440"/>
            <a:ext cx="4937760" cy="640080"/>
          </a:xfrm>
          <a:prstGeom prst="rect">
            <a:avLst/>
          </a:prstGeom>
          <a:solidFill>
            <a:srgbClr val="E2F1F2"/>
          </a:solidFill>
          <a:ln>
            <a:noFill/>
          </a:ln>
        </p:spPr>
        <p:txBody>
          <a:bodyPr rtlCol="0" anchor="ctr" lIns="137160" rIns="137160" tIns="54864" bIns="54864" wrap="square"/>
          <a:lstStyle/>
          <a:p>
            <a:pPr algn="ctr">
              <a:spcAft>
                <a:spcPts val="400"/>
              </a:spcAft>
            </a:pPr>
            <a:r>
              <a:rPr sz="1500" b="0" i="0">
                <a:solidFill>
                  <a:srgbClr val="1E1E28"/>
                </a:solidFill>
              </a:rPr>
              <a:t>Buchhaltungsbelege in FI, Abrechnung in CO</a:t>
            </a:r>
          </a:p>
        </p:txBody>
      </p:sp>
      <p:cxnSp>
        <p:nvCxnSpPr>
          <p:cNvPr id="19" name="Connector 18"/>
          <p:cNvCxnSpPr/>
          <p:nvPr/>
        </p:nvCxnSpPr>
        <p:spPr>
          <a:xfrm>
            <a:off x="7196328" y="4023360"/>
            <a:ext cx="0" cy="640080"/>
          </a:xfrm>
          <a:prstGeom prst="line">
            <a:avLst/>
          </a:prstGeom>
          <a:ln w="19050">
            <a:solidFill>
              <a:srgbClr val="5A5A6E"/>
            </a:solidFill>
            <a:tailEnd type="triangle" w="med" len="med"/>
          </a:ln>
        </p:spPr>
      </p:cxnSp>
      <p:cxnSp>
        <p:nvCxnSpPr>
          <p:cNvPr id="20" name="Connector 19"/>
          <p:cNvCxnSpPr/>
          <p:nvPr/>
        </p:nvCxnSpPr>
        <p:spPr>
          <a:xfrm>
            <a:off x="9939528" y="4023360"/>
            <a:ext cx="0" cy="640080"/>
          </a:xfrm>
          <a:prstGeom prst="line">
            <a:avLst/>
          </a:prstGeom>
          <a:ln w="19050">
            <a:solidFill>
              <a:srgbClr val="5A5A6E"/>
            </a:solidFill>
            <a:tailEnd type="triangle" w="med" len="med"/>
          </a:ln>
        </p:spPr>
      </p:cxnSp>
      <p:sp>
        <p:nvSpPr>
          <p:cNvPr id="21" name="TextBox 20"/>
          <p:cNvSpPr txBox="1"/>
          <p:nvPr/>
        </p:nvSpPr>
        <p:spPr>
          <a:xfrm>
            <a:off x="612648" y="4160520"/>
            <a:ext cx="4754880" cy="1097280"/>
          </a:xfrm>
          <a:prstGeom prst="rect">
            <a:avLst/>
          </a:prstGeom>
          <a:noFill/>
        </p:spPr>
        <p:txBody>
          <a:bodyPr wrap="square" lIns="0" rIns="0" tIns="0" bIns="0" anchor="t"/>
          <a:lstStyle/>
          <a:p>
            <a:pPr algn="l">
              <a:spcAft>
                <a:spcPts val="400"/>
              </a:spcAft>
            </a:pPr>
            <a:r>
              <a:rPr sz="1400" b="0" i="0">
                <a:solidFill>
                  <a:srgbClr val="5A5A6E"/>
                </a:solidFill>
              </a:rPr>
              <a:t>Bestellanforderung nur, wenn ein Teil gekauft wird. Sonst wird der Planauftrag zum Fertigungsauftrag.</a:t>
            </a:r>
          </a:p>
        </p:txBody>
      </p:sp>
      <p:sp>
        <p:nvSpPr>
          <p:cNvPr id="22" name="TextBox 21"/>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 eigene Darstellung nach Kappauf et al. (2017), Kap. 4.5, 7.2.1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Kapazitätsplanung</a:t>
            </a:r>
          </a:p>
        </p:txBody>
      </p:sp>
      <p:sp>
        <p:nvSpPr>
          <p:cNvPr id="3" name="TextBox 2"/>
          <p:cNvSpPr txBox="1"/>
          <p:nvPr/>
        </p:nvSpPr>
        <p:spPr>
          <a:xfrm>
            <a:off x="612648" y="1600200"/>
            <a:ext cx="4937760" cy="4023360"/>
          </a:xfrm>
          <a:prstGeom prst="rect">
            <a:avLst/>
          </a:prstGeom>
          <a:noFill/>
        </p:spPr>
        <p:txBody>
          <a:bodyPr wrap="square" lIns="0" rIns="0" tIns="0" bIns="0" anchor="t"/>
          <a:lstStyle/>
          <a:p>
            <a:pPr algn="l">
              <a:spcAft>
                <a:spcPts val="600"/>
              </a:spcAft>
            </a:pPr>
            <a:r>
              <a:rPr sz="1700" b="1" i="0">
                <a:solidFill>
                  <a:srgbClr val="00008C"/>
                </a:solidFill>
              </a:rPr>
              <a:t>Passt der Plan in die Fertigung?</a:t>
            </a:r>
          </a:p>
          <a:p>
            <a:pPr algn="l" marL="219456" indent="-219456">
              <a:spcAft>
                <a:spcPts val="600"/>
              </a:spcAft>
              <a:buFont typeface="Arial"/>
              <a:buChar char="•"/>
            </a:pPr>
            <a:r>
              <a:rPr sz="1700" b="0" i="0">
                <a:solidFill>
                  <a:srgbClr val="1E1E28"/>
                </a:solidFill>
              </a:rPr>
              <a:t>Bedarf: wie viele Stunden die Aufträge brauchen</a:t>
            </a:r>
          </a:p>
          <a:p>
            <a:pPr algn="l" marL="219456" indent="-219456">
              <a:spcAft>
                <a:spcPts val="600"/>
              </a:spcAft>
              <a:buFont typeface="Arial"/>
              <a:buChar char="•"/>
            </a:pPr>
            <a:r>
              <a:rPr sz="1700" b="0" i="0">
                <a:solidFill>
                  <a:srgbClr val="1E1E28"/>
                </a:solidFill>
              </a:rPr>
              <a:t>Angebot: wie viele Stunden der Arbeitsplatz hat</a:t>
            </a:r>
          </a:p>
          <a:p>
            <a:pPr algn="l">
              <a:spcAft>
                <a:spcPts val="600"/>
              </a:spcAft>
            </a:pPr>
            <a:r>
              <a:rPr sz="1700" b="1" i="0">
                <a:solidFill>
                  <a:srgbClr val="00008C"/>
                </a:solidFill>
              </a:rPr>
              <a:t>Wenn es zu viel ist:</a:t>
            </a:r>
          </a:p>
          <a:p>
            <a:pPr algn="l" marL="219456" indent="-219456">
              <a:spcAft>
                <a:spcPts val="600"/>
              </a:spcAft>
              <a:buFont typeface="Arial"/>
              <a:buChar char="•"/>
            </a:pPr>
            <a:r>
              <a:rPr sz="1700" b="0" i="0">
                <a:solidFill>
                  <a:srgbClr val="1E1E28"/>
                </a:solidFill>
              </a:rPr>
              <a:t>Aufträge verschieben</a:t>
            </a:r>
          </a:p>
          <a:p>
            <a:pPr algn="l" marL="219456" indent="-219456">
              <a:spcAft>
                <a:spcPts val="600"/>
              </a:spcAft>
              <a:buFont typeface="Arial"/>
              <a:buChar char="•"/>
            </a:pPr>
            <a:r>
              <a:rPr sz="1700" b="0" i="0">
                <a:solidFill>
                  <a:srgbClr val="1E1E28"/>
                </a:solidFill>
              </a:rPr>
              <a:t>Überstunden oder Extraschicht</a:t>
            </a:r>
          </a:p>
          <a:p>
            <a:pPr algn="l" marL="219456" indent="-219456">
              <a:spcAft>
                <a:spcPts val="600"/>
              </a:spcAft>
              <a:buFont typeface="Arial"/>
              <a:buChar char="•"/>
            </a:pPr>
            <a:r>
              <a:rPr sz="1700" b="0" i="0">
                <a:solidFill>
                  <a:srgbClr val="1E1E28"/>
                </a:solidFill>
              </a:rPr>
              <a:t>anderen Arbeitsplatz nutzen</a:t>
            </a:r>
          </a:p>
          <a:p>
            <a:pPr algn="l" marL="219456" indent="-219456">
              <a:spcAft>
                <a:spcPts val="600"/>
              </a:spcAft>
              <a:buFont typeface="Arial"/>
              <a:buChar char="•"/>
            </a:pPr>
            <a:r>
              <a:rPr sz="1700" b="0" i="0">
                <a:solidFill>
                  <a:srgbClr val="1E1E28"/>
                </a:solidFill>
              </a:rPr>
              <a:t>einen Teil fremd vergeben</a:t>
            </a:r>
          </a:p>
        </p:txBody>
      </p:sp>
      <p:graphicFrame>
        <p:nvGraphicFramePr>
          <p:cNvPr id="4" name="Chart 3"/>
          <p:cNvGraphicFramePr>
            <a:graphicFrameLocks noGrp="1"/>
          </p:cNvGraphicFramePr>
          <p:nvPr/>
        </p:nvGraphicFramePr>
        <p:xfrm>
          <a:off x="5852160" y="1554480"/>
          <a:ext cx="5733288" cy="4023360"/>
        </p:xfrm>
        <a:graphic>
          <a:graphicData uri="http://schemas.openxmlformats.org/drawingml/2006/chart">
            <c:chart xmlns:c="http://schemas.openxmlformats.org/drawingml/2006/chart" r:id="rId2"/>
          </a:graphicData>
        </a:graphic>
      </p:graphicFrame>
      <p:sp>
        <p:nvSpPr>
          <p:cNvPr id="5" name="TextBox 4"/>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 eigene Darstellung, eigenes Zahlenbeispiel (orange = mehr als 40 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Fazit und Ausblick</a:t>
            </a:r>
          </a:p>
        </p:txBody>
      </p:sp>
      <p:sp>
        <p:nvSpPr>
          <p:cNvPr id="3" name="Text Placeholder 2"/>
          <p:cNvSpPr>
            <a:spLocks noGrp="1"/>
          </p:cNvSpPr>
          <p:nvPr>
            <p:ph type="body" idx="10" sz="quarter"/>
          </p:nvPr>
        </p:nvSpPr>
        <p:spPr/>
        <p:txBody>
          <a:bodyPr/>
          <a:lstStyle/>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Ausblick: PP in SAP S/4HANA</a:t>
            </a:r>
          </a:p>
        </p:txBody>
      </p:sp>
      <p:sp>
        <p:nvSpPr>
          <p:cNvPr id="3" name="Content Placeholder 2"/>
          <p:cNvSpPr>
            <a:spLocks noGrp="1"/>
          </p:cNvSpPr>
          <p:nvPr>
            <p:ph idx="1"/>
          </p:nvPr>
        </p:nvSpPr>
        <p:spPr/>
        <p:txBody>
          <a:bodyPr/>
          <a:lstStyle/>
          <a:p>
            <a:pPr lvl="2"/>
            <a:r>
              <a:rPr b="1" sz="2000"/>
              <a:t>Schnellere MRP: </a:t>
            </a:r>
            <a:r>
              <a:rPr sz="2000"/>
              <a:t>neue Materialbedarfsplanung auf der HANA-Datenbank (MRP Live)</a:t>
            </a:r>
          </a:p>
          <a:p>
            <a:pPr lvl="2"/>
            <a:r>
              <a:rPr b="1" sz="2000"/>
              <a:t>PP/DS integriert: </a:t>
            </a:r>
            <a:r>
              <a:rPr sz="2000"/>
              <a:t>die Feinplanung aus SAP APO ist jetzt direkt in S/4HANA</a:t>
            </a:r>
          </a:p>
          <a:p>
            <a:pPr lvl="2"/>
            <a:r>
              <a:rPr b="1" sz="2000"/>
              <a:t>SAP Fiori: </a:t>
            </a:r>
            <a:r>
              <a:rPr sz="2000"/>
              <a:t>einfache, rollenbasierte Apps statt alter Transaktionen</a:t>
            </a:r>
          </a:p>
          <a:p>
            <a:pPr lvl="2"/>
            <a:r>
              <a:rPr b="1" sz="2000"/>
              <a:t>Neue Verfügbarkeitsprüfung: </a:t>
            </a:r>
            <a:r>
              <a:rPr sz="2000"/>
              <a:t>schnelle Prüfung, auch für viele Aufträge auf einmal</a:t>
            </a:r>
          </a:p>
        </p:txBody>
      </p:sp>
      <p:sp>
        <p:nvSpPr>
          <p:cNvPr id="4" name="TextBox 3"/>
          <p:cNvSpPr txBox="1"/>
          <p:nvPr/>
        </p:nvSpPr>
        <p:spPr>
          <a:xfrm>
            <a:off x="612648" y="5870448"/>
            <a:ext cx="10972800" cy="274320"/>
          </a:xfrm>
          <a:prstGeom prst="rect">
            <a:avLst/>
          </a:prstGeom>
          <a:noFill/>
        </p:spPr>
        <p:txBody>
          <a:bodyPr wrap="square" lIns="0" rIns="0" tIns="0" bIns="0" anchor="t"/>
          <a:lstStyle/>
          <a:p>
            <a:pPr algn="l">
              <a:spcAft>
                <a:spcPts val="400"/>
              </a:spcAft>
            </a:pPr>
            <a:r>
              <a:rPr sz="1000" b="0" i="0">
                <a:solidFill>
                  <a:srgbClr val="5A5A6E"/>
                </a:solidFill>
              </a:rPr>
              <a:t>Quellen: Kappauf et al. (2017), Kap. 1.5; Dolch (2026), Folien 35–39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Zusammenfassung</a:t>
            </a:r>
          </a:p>
        </p:txBody>
      </p:sp>
      <p:sp>
        <p:nvSpPr>
          <p:cNvPr id="3" name="Content Placeholder 2"/>
          <p:cNvSpPr>
            <a:spLocks noGrp="1"/>
          </p:cNvSpPr>
          <p:nvPr>
            <p:ph idx="1"/>
          </p:nvPr>
        </p:nvSpPr>
        <p:spPr/>
        <p:txBody>
          <a:bodyPr/>
          <a:lstStyle/>
          <a:p>
            <a:pPr lvl="2"/>
            <a:r>
              <a:rPr sz="2200"/>
              <a:t>PP plant, was, wie viel und wann produziert wird – und setzt es in der Fertigung um.</a:t>
            </a:r>
          </a:p>
          <a:p>
            <a:pPr lvl="2"/>
            <a:r>
              <a:rPr sz="2200"/>
              <a:t>Die wichtigsten Stammdaten: Materialstamm, Stückliste, Arbeitsplan, Arbeitsplatz.</a:t>
            </a:r>
          </a:p>
          <a:p>
            <a:pPr lvl="2"/>
            <a:r>
              <a:rPr sz="2200"/>
              <a:t>MRP rechnet Stufe für Stufe: vom Endprodukt bis zu den Teilen.</a:t>
            </a:r>
          </a:p>
          <a:p>
            <a:pPr lvl="2"/>
            <a:r>
              <a:rPr sz="2200"/>
              <a:t>Jeder Schritt erzeugt Belege – PP ist eng mit MM, SD, QM, FI und CO verbunden.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Quiz</a:t>
            </a:r>
          </a:p>
        </p:txBody>
      </p:sp>
      <p:sp>
        <p:nvSpPr>
          <p:cNvPr id="3" name="Content Placeholder 2"/>
          <p:cNvSpPr>
            <a:spLocks noGrp="1"/>
          </p:cNvSpPr>
          <p:nvPr>
            <p:ph idx="1"/>
          </p:nvPr>
        </p:nvSpPr>
        <p:spPr/>
        <p:txBody>
          <a:bodyPr/>
          <a:lstStyle/>
          <a:p>
            <a:pPr/>
            <a:r>
              <a:rPr b="1" sz="1800">
                <a:solidFill>
                  <a:srgbClr val="00008C"/>
                </a:solidFill>
              </a:rPr>
              <a:t>1. Welcher Beleg entsteht beim MRP-Lauf für ein Teil, das wir selbst herstellen?</a:t>
            </a:r>
          </a:p>
          <a:p>
            <a:pPr/>
            <a:r>
              <a:rPr sz="1800"/>
              <a:t>a) Bestellanforderung    b) Planauftrag    c) Fertigungsauftrag</a:t>
            </a:r>
          </a:p>
          <a:p>
            <a:pPr/>
            <a:r>
              <a:rPr b="1" sz="1800">
                <a:solidFill>
                  <a:srgbClr val="00008C"/>
                </a:solidFill>
              </a:rPr>
              <a:t>2. Welche Stammdaten beschreiben, WIE ein Produkt hergestellt wird?</a:t>
            </a:r>
          </a:p>
          <a:p>
            <a:pPr/>
            <a:r>
              <a:rPr sz="1800"/>
              <a:t>a) Stückliste    b) Arbeitsplan    c) Materialstamm</a:t>
            </a:r>
          </a:p>
          <a:p>
            <a:pPr/>
            <a:r>
              <a:rPr b="1" sz="1800">
                <a:solidFill>
                  <a:srgbClr val="00008C"/>
                </a:solidFill>
              </a:rPr>
              <a:t>3. Was wird bei der Rückmeldung erfasst?</a:t>
            </a:r>
          </a:p>
          <a:p>
            <a:pPr/>
            <a:r>
              <a:rPr sz="1800"/>
              <a:t>a) Bestellung beim Lieferanten    b) Ist-Zeiten und Mengen    c) Absatzprognose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Thesen zur Diskussion</a:t>
            </a:r>
          </a:p>
        </p:txBody>
      </p:sp>
      <p:sp>
        <p:nvSpPr>
          <p:cNvPr id="3" name="Content Placeholder 2"/>
          <p:cNvSpPr>
            <a:spLocks noGrp="1"/>
          </p:cNvSpPr>
          <p:nvPr>
            <p:ph idx="1"/>
          </p:nvPr>
        </p:nvSpPr>
        <p:spPr/>
        <p:txBody>
          <a:bodyPr/>
          <a:lstStyle/>
          <a:p>
            <a:pPr lvl="2"/>
            <a:r>
              <a:rPr sz="2200"/>
              <a:t>„Die Planung ist nur so gut wie die Stammdaten.“</a:t>
            </a:r>
          </a:p>
          <a:p>
            <a:pPr lvl="2"/>
            <a:r>
              <a:rPr sz="2200"/>
              <a:t>„Für Global Bike ist Kundenauftragsfertigung besser als Lagerfertigung.“</a:t>
            </a:r>
          </a:p>
          <a:p>
            <a:pPr lvl="2"/>
            <a:r>
              <a:rPr sz="2200"/>
              <a:t>„Mit S/4HANA braucht man keinen Disponenten mehr.“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Quellen</a:t>
            </a:r>
          </a:p>
        </p:txBody>
      </p:sp>
      <p:sp>
        <p:nvSpPr>
          <p:cNvPr id="3" name="TextBox 2"/>
          <p:cNvSpPr txBox="1"/>
          <p:nvPr/>
        </p:nvSpPr>
        <p:spPr>
          <a:xfrm>
            <a:off x="612648" y="1417320"/>
            <a:ext cx="10972800" cy="4434840"/>
          </a:xfrm>
          <a:prstGeom prst="rect">
            <a:avLst/>
          </a:prstGeom>
          <a:noFill/>
        </p:spPr>
        <p:txBody>
          <a:bodyPr wrap="square" lIns="0" rIns="0" tIns="0" bIns="0" anchor="t"/>
          <a:lstStyle/>
          <a:p>
            <a:pPr algn="l">
              <a:lnSpc>
                <a:spcPct val="100000"/>
              </a:lnSpc>
              <a:spcAft>
                <a:spcPts val="700"/>
              </a:spcAft>
            </a:pPr>
            <a:r>
              <a:rPr sz="1200" b="0" i="0">
                <a:solidFill>
                  <a:srgbClr val="1E1E28"/>
                </a:solidFill>
              </a:rPr>
              <a:t>Dolch, D. (2026): Logistik mit SAP – Einführung. Seminarunterlagen, TU Dresden.</a:t>
            </a:r>
          </a:p>
          <a:p>
            <a:pPr algn="l">
              <a:lnSpc>
                <a:spcPct val="100000"/>
              </a:lnSpc>
              <a:spcAft>
                <a:spcPts val="700"/>
              </a:spcAft>
            </a:pPr>
            <a:r>
              <a:rPr sz="1200" b="0" i="0">
                <a:solidFill>
                  <a:srgbClr val="1E1E28"/>
                </a:solidFill>
              </a:rPr>
              <a:t>Gutenberg, E. (1951): Grundlagen der Betriebswirtschaftslehre. Band 1: Die Produktion. Berlin: Springer.</a:t>
            </a:r>
          </a:p>
          <a:p>
            <a:pPr algn="l">
              <a:lnSpc>
                <a:spcPct val="100000"/>
              </a:lnSpc>
              <a:spcAft>
                <a:spcPts val="700"/>
              </a:spcAft>
            </a:pPr>
            <a:r>
              <a:rPr sz="1200" b="0" i="0">
                <a:solidFill>
                  <a:srgbClr val="1E1E28"/>
                </a:solidFill>
              </a:rPr>
              <a:t>Kappauf, J., Koch, M. &amp; Lauterbach, B. (2017): Logistik mit SAP: der umfassende Einstieg. 4. Auflage. Bonn: Rheinwerk Verlag.</a:t>
            </a:r>
          </a:p>
          <a:p>
            <a:pPr algn="l">
              <a:lnSpc>
                <a:spcPct val="100000"/>
              </a:lnSpc>
              <a:spcAft>
                <a:spcPts val="700"/>
              </a:spcAft>
            </a:pPr>
            <a:r>
              <a:rPr sz="1200" b="0" i="0">
                <a:solidFill>
                  <a:srgbClr val="1E1E28"/>
                </a:solidFill>
              </a:rPr>
              <a:t>SAP AG (o. J.a): Lot-Sizing Procedures. SAP Help Portal. https://help.sap.com/SAPHelp_46c/helpdata/EN/fe/819b9f643b11d3b4e40004ac160649/content.htm (abgerufen: 21.10.2026).</a:t>
            </a:r>
          </a:p>
          <a:p>
            <a:pPr algn="l">
              <a:lnSpc>
                <a:spcPct val="100000"/>
              </a:lnSpc>
              <a:spcAft>
                <a:spcPts val="700"/>
              </a:spcAft>
            </a:pPr>
            <a:r>
              <a:rPr sz="1200" b="0" i="0">
                <a:solidFill>
                  <a:srgbClr val="1E1E28"/>
                </a:solidFill>
              </a:rPr>
              <a:t>SAP AG (o. J.b): Optimum Lot-Sizing Procedures. SAP Help Portal. https://help.sap.com/SAPHelp_46c/helpdata/EN/f4/7d287a44af11d182b40000e829fbfe/content.htm (abgerufen: 21.10.2026).</a:t>
            </a:r>
          </a:p>
          <a:p>
            <a:pPr algn="l">
              <a:lnSpc>
                <a:spcPct val="100000"/>
              </a:lnSpc>
              <a:spcAft>
                <a:spcPts val="700"/>
              </a:spcAft>
            </a:pPr>
            <a:r>
              <a:rPr sz="1200" b="0" i="0">
                <a:solidFill>
                  <a:srgbClr val="1E1E28"/>
                </a:solidFill>
              </a:rPr>
              <a:t>SAP AG (o. J.c): System/User Status. SAP Help Portal. https://help.sap.com/saphelp_46C/helpdata/EN/b1/c04f32439a11d189410000e829fbbd/content.htm (abgerufen: 21.10.2026).</a:t>
            </a:r>
          </a:p>
          <a:p>
            <a:pPr algn="l">
              <a:lnSpc>
                <a:spcPct val="100000"/>
              </a:lnSpc>
              <a:spcAft>
                <a:spcPts val="700"/>
              </a:spcAft>
            </a:pPr>
            <a:r>
              <a:rPr sz="1200" b="0" i="0">
                <a:solidFill>
                  <a:srgbClr val="1E1E28"/>
                </a:solidFill>
              </a:rPr>
              <a:t>SAP SE (2026): Stating the Functionality of System and User Statuses. SAP Learning. https://learning.sap.com/courses/manage-production-orders-in-sap-s-4hana-manufacturing/stating-the-functionality-of-system-and-user-statuses (abgerufen: 21.10.2026).</a:t>
            </a:r>
          </a:p>
          <a:p>
            <a:pPr algn="l">
              <a:lnSpc>
                <a:spcPct val="100000"/>
              </a:lnSpc>
              <a:spcAft>
                <a:spcPts val="700"/>
              </a:spcAft>
            </a:pPr>
            <a:r>
              <a:rPr sz="1200" b="0" i="0">
                <a:solidFill>
                  <a:srgbClr val="1E1E28"/>
                </a:solidFill>
              </a:rPr>
              <a:t>SAP UCC Magdeburg (2025): Navigation in SAP S/4HANA – Fallstudie Global Bike, Version 4.3.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Vielen Dank!</a:t>
            </a:r>
          </a:p>
        </p:txBody>
      </p:sp>
      <p:sp>
        <p:nvSpPr>
          <p:cNvPr id="3" name="Text Placeholder 2"/>
          <p:cNvSpPr>
            <a:spLocks noGrp="1"/>
          </p:cNvSpPr>
          <p:nvPr>
            <p:ph type="body" idx="10" sz="quarter"/>
          </p:nvPr>
        </p:nvSpPr>
        <p:spPr/>
        <p:txBody>
          <a:bodyPr/>
          <a:lstStyle/>
          <a:p>
            <a:r>
              <a:t>Fragen?</a:t>
            </a:r>
          </a:p>
        </p:txBody>
      </p:sp>
    </p:spTree>
  </p:cSld>
  <p:clrMapOvr>
    <a:masterClrMapping/>
  </p:clrMapOvr>
</p:sld>
</file>

<file path=ppt/theme/theme1.xml><?xml version="1.0" encoding="utf-8"?>
<a:theme xmlns:a="http://schemas.openxmlformats.org/drawingml/2006/main" name="TUD Standard_20 pt">
  <a:themeElements>
    <a:clrScheme name="Farbset dunkel TUD CD">
      <a:dk1>
        <a:sysClr val="windowText" lastClr="000000"/>
      </a:dk1>
      <a:lt1>
        <a:sysClr val="window" lastClr="FFFFFF"/>
      </a:lt1>
      <a:dk2>
        <a:srgbClr val="00008C"/>
      </a:dk2>
      <a:lt2>
        <a:srgbClr val="FFFFFF"/>
      </a:lt2>
      <a:accent1>
        <a:srgbClr val="7369BE"/>
      </a:accent1>
      <a:accent2>
        <a:srgbClr val="BC1589"/>
      </a:accent2>
      <a:accent3>
        <a:srgbClr val="C85000"/>
      </a:accent3>
      <a:accent4>
        <a:srgbClr val="FFC700"/>
      </a:accent4>
      <a:accent5>
        <a:srgbClr val="2F57B2"/>
      </a:accent5>
      <a:accent6>
        <a:srgbClr val="0A777F"/>
      </a:accent6>
      <a:hlink>
        <a:srgbClr val="00008C"/>
      </a:hlink>
      <a:folHlink>
        <a:srgbClr val="00008C"/>
      </a:folHlink>
    </a:clrScheme>
    <a:fontScheme name="TUD_2025_Noto Sans">
      <a:majorFont>
        <a:latin typeface="Noto Sans Medium"/>
        <a:ea typeface=""/>
        <a:cs typeface=""/>
      </a:majorFont>
      <a:minorFont>
        <a:latin typeface="Noto Sans"/>
        <a:ea typeface=""/>
        <a:cs typeface=""/>
      </a:minorFont>
    </a:fontScheme>
    <a:fmtScheme name="Subtile Körper">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4" id="{C62B1945-B232-4D8E-83C4-1C28F4DDAD5B}" vid="{32C1D9BE-417C-408C-A28B-CED54DF0D5EE}"/>
    </a:ext>
  </a:extLst>
</a:theme>
</file>

<file path=ppt/theme/theme2.xml><?xml version="1.0" encoding="utf-8"?>
<a:theme xmlns:a="http://schemas.openxmlformats.org/drawingml/2006/main" name="Seiten mit Shape variabel">
  <a:themeElements>
    <a:clrScheme name="TUD_2025_Blau-Türkis">
      <a:dk1>
        <a:srgbClr val="000000"/>
      </a:dk1>
      <a:lt1>
        <a:sysClr val="window" lastClr="FFFFFF"/>
      </a:lt1>
      <a:dk2>
        <a:srgbClr val="566371"/>
      </a:dk2>
      <a:lt2>
        <a:srgbClr val="FFFFFF"/>
      </a:lt2>
      <a:accent1>
        <a:srgbClr val="00008C"/>
      </a:accent1>
      <a:accent2>
        <a:srgbClr val="97C6FF"/>
      </a:accent2>
      <a:accent3>
        <a:srgbClr val="2F57B2"/>
      </a:accent3>
      <a:accent4>
        <a:srgbClr val="00005A"/>
      </a:accent4>
      <a:accent5>
        <a:srgbClr val="0A777F"/>
      </a:accent5>
      <a:accent6>
        <a:srgbClr val="8CE6D7"/>
      </a:accent6>
      <a:hlink>
        <a:srgbClr val="00008C"/>
      </a:hlink>
      <a:folHlink>
        <a:srgbClr val="2F57B2"/>
      </a:folHlink>
    </a:clrScheme>
    <a:fontScheme name="TUD_2025_Noto Sans">
      <a:majorFont>
        <a:latin typeface="Noto Sans Medium"/>
        <a:ea typeface=""/>
        <a:cs typeface=""/>
      </a:majorFont>
      <a:minorFont>
        <a:latin typeface="Noto Sans"/>
        <a:ea typeface=""/>
        <a:cs typeface=""/>
      </a:minorFont>
    </a:fontScheme>
    <a:fmtScheme name="Subtile Körper">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4" id="{C62B1945-B232-4D8E-83C4-1C28F4DDAD5B}" vid="{909DA9C9-A2EB-4BB3-951B-D893662D66AB}"/>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819</Words>
  <Application>Microsoft Office PowerPoint</Application>
  <PresentationFormat>Breitbild</PresentationFormat>
  <Paragraphs>135</Paragraphs>
  <Slides>14</Slides>
  <Notes>0</Notes>
  <HiddenSlides>0</HiddenSlides>
  <MMClips>0</MMClips>
  <ScaleCrop>false</ScaleCrop>
  <HeadingPairs>
    <vt:vector size="6" baseType="variant">
      <vt:variant>
        <vt:lpstr>Verwendete Schriftarten</vt:lpstr>
      </vt:variant>
      <vt:variant>
        <vt:i4>8</vt:i4>
      </vt:variant>
      <vt:variant>
        <vt:lpstr>Design</vt:lpstr>
      </vt:variant>
      <vt:variant>
        <vt:i4>2</vt:i4>
      </vt:variant>
      <vt:variant>
        <vt:lpstr>Folientitel</vt:lpstr>
      </vt:variant>
      <vt:variant>
        <vt:i4>14</vt:i4>
      </vt:variant>
    </vt:vector>
  </HeadingPairs>
  <TitlesOfParts>
    <vt:vector size="24" baseType="lpstr">
      <vt:lpstr>Arial</vt:lpstr>
      <vt:lpstr>Calibri</vt:lpstr>
      <vt:lpstr>Noto Sans</vt:lpstr>
      <vt:lpstr>Noto Sans Medium</vt:lpstr>
      <vt:lpstr>Noto Serif</vt:lpstr>
      <vt:lpstr>Noto Serif Light</vt:lpstr>
      <vt:lpstr>Open Sans</vt:lpstr>
      <vt:lpstr>Symbol</vt:lpstr>
      <vt:lpstr>TUD Standard_20 pt</vt:lpstr>
      <vt:lpstr>Seiten mit Shape variabel</vt:lpstr>
      <vt:lpstr>Präsentationsvorlage der TUD Format 16:9</vt:lpstr>
      <vt:lpstr>Hinweise zur Nutzung der Layouts</vt:lpstr>
      <vt:lpstr>Titel Schriftgröße 32 pt</vt:lpstr>
      <vt:lpstr>TUD Farben</vt:lpstr>
      <vt:lpstr>Hier steht der Präsentationstitel</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Präsentationsvorlage der TUD Format 16:9</dc:title>
  <dc:creator>Puhlfürst,Ulrich</dc:creator>
  <cp:lastModifiedBy>Puhlfürst,Ulrich</cp:lastModifiedBy>
  <cp:revision>1</cp:revision>
  <dcterms:created xsi:type="dcterms:W3CDTF">2025-12-02T14:03:04Z</dcterms:created>
  <dcterms:modified xsi:type="dcterms:W3CDTF">2025-12-02T14:03:45Z</dcterms:modified>
</cp:coreProperties>
</file>